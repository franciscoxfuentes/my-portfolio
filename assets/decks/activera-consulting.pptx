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notesMasterIdLst>
    <p:notesMasterId r:id="rId12"/>
  </p:notesMasterIdLst>
  <p:sldIdLst>
    <p:sldId id="256" r:id="rId2"/>
    <p:sldId id="261" r:id="rId3"/>
    <p:sldId id="266" r:id="rId4"/>
    <p:sldId id="259" r:id="rId5"/>
    <p:sldId id="262" r:id="rId6"/>
    <p:sldId id="263" r:id="rId7"/>
    <p:sldId id="264" r:id="rId8"/>
    <p:sldId id="267" r:id="rId9"/>
    <p:sldId id="260"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49208A-38C8-595A-D166-95801910B281}" v="183" dt="2024-11-12T04:46:10.186"/>
    <p1510:client id="{155E1819-8C6C-40CB-86E6-ECA93CF1A77D}" v="12" dt="2024-11-12T19:10:45.320"/>
    <p1510:client id="{16055251-5A5F-4C17-9B6F-79F4E50DF184}" v="1" dt="2024-11-12T18:33:20.297"/>
    <p1510:client id="{1AE80425-0E8D-B32F-66AF-5C4FD217F6F6}" v="4" dt="2024-11-12T19:10:33.688"/>
    <p1510:client id="{8C2ED625-3D84-CD8A-0BC8-5B7E1A3BA438}" v="3" dt="2024-11-13T05:21:24.988"/>
    <p1510:client id="{ABEEFD53-8AA6-10CF-923B-01B61920C45A}" v="10" dt="2024-11-13T05:25:19.213"/>
  </p1510:revLst>
</p1510:revInfo>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nzalez, Damien" userId="41b9c541-e6f5-4cc2-be4c-da35201f5e36" providerId="ADAL" clId="{6C629692-1091-8947-B7DE-7DF53E0C877F}"/>
    <pc:docChg chg="modSld">
      <pc:chgData name="Gonzalez, Damien" userId="41b9c541-e6f5-4cc2-be4c-da35201f5e36" providerId="ADAL" clId="{6C629692-1091-8947-B7DE-7DF53E0C877F}" dt="2024-11-05T00:42:19.133" v="4" actId="20577"/>
      <pc:docMkLst>
        <pc:docMk/>
      </pc:docMkLst>
      <pc:sldChg chg="modSp modNotesTx">
        <pc:chgData name="Gonzalez, Damien" userId="41b9c541-e6f5-4cc2-be4c-da35201f5e36" providerId="ADAL" clId="{6C629692-1091-8947-B7DE-7DF53E0C877F}" dt="2024-11-05T00:42:19.133" v="4" actId="20577"/>
        <pc:sldMkLst>
          <pc:docMk/>
          <pc:sldMk cId="947267528" sldId="259"/>
        </pc:sldMkLst>
        <pc:spChg chg="mod">
          <ac:chgData name="Gonzalez, Damien" userId="41b9c541-e6f5-4cc2-be4c-da35201f5e36" providerId="ADAL" clId="{6C629692-1091-8947-B7DE-7DF53E0C877F}" dt="2024-11-05T00:42:02.430" v="2" actId="20577"/>
          <ac:spMkLst>
            <pc:docMk/>
            <pc:sldMk cId="947267528" sldId="259"/>
            <ac:spMk id="3" creationId="{223EB6EB-DF9B-C638-579C-0CD7F7AC2959}"/>
          </ac:spMkLst>
        </pc:spChg>
      </pc:sldChg>
    </pc:docChg>
  </pc:docChgLst>
  <pc:docChgLst>
    <pc:chgData name="Foytlin, William P" userId="efafa5b1-70ca-42da-9773-07b62c38295d" providerId="ADAL" clId="{16055251-5A5F-4C17-9B6F-79F4E50DF184}"/>
    <pc:docChg chg="undo redo custSel modSld">
      <pc:chgData name="Foytlin, William P" userId="efafa5b1-70ca-42da-9773-07b62c38295d" providerId="ADAL" clId="{16055251-5A5F-4C17-9B6F-79F4E50DF184}" dt="2024-11-12T18:33:20.297" v="557"/>
      <pc:docMkLst>
        <pc:docMk/>
      </pc:docMkLst>
      <pc:sldChg chg="addSp delSp modSp mod modNotesTx">
        <pc:chgData name="Foytlin, William P" userId="efafa5b1-70ca-42da-9773-07b62c38295d" providerId="ADAL" clId="{16055251-5A5F-4C17-9B6F-79F4E50DF184}" dt="2024-11-12T18:33:20.297" v="557"/>
        <pc:sldMkLst>
          <pc:docMk/>
          <pc:sldMk cId="3182074928" sldId="262"/>
        </pc:sldMkLst>
        <pc:spChg chg="mod">
          <ac:chgData name="Foytlin, William P" userId="efafa5b1-70ca-42da-9773-07b62c38295d" providerId="ADAL" clId="{16055251-5A5F-4C17-9B6F-79F4E50DF184}" dt="2024-11-04T15:08:44.994" v="3" actId="1076"/>
          <ac:spMkLst>
            <pc:docMk/>
            <pc:sldMk cId="3182074928" sldId="262"/>
            <ac:spMk id="2" creationId="{4C22C9BF-3098-B057-B18C-1033F0BBC218}"/>
          </ac:spMkLst>
        </pc:spChg>
        <pc:spChg chg="mod">
          <ac:chgData name="Foytlin, William P" userId="efafa5b1-70ca-42da-9773-07b62c38295d" providerId="ADAL" clId="{16055251-5A5F-4C17-9B6F-79F4E50DF184}" dt="2024-11-07T19:40:57.449" v="555" actId="20577"/>
          <ac:spMkLst>
            <pc:docMk/>
            <pc:sldMk cId="3182074928" sldId="262"/>
            <ac:spMk id="3" creationId="{5FF40E3A-5847-B3DB-2088-163D9491C8BA}"/>
          </ac:spMkLst>
        </pc:spChg>
        <pc:spChg chg="add mod">
          <ac:chgData name="Foytlin, William P" userId="efafa5b1-70ca-42da-9773-07b62c38295d" providerId="ADAL" clId="{16055251-5A5F-4C17-9B6F-79F4E50DF184}" dt="2024-11-04T15:44:23.990" v="368" actId="1076"/>
          <ac:spMkLst>
            <pc:docMk/>
            <pc:sldMk cId="3182074928" sldId="262"/>
            <ac:spMk id="6" creationId="{600A24E9-A380-36D3-8FA2-BCECB02A257C}"/>
          </ac:spMkLst>
        </pc:spChg>
        <pc:spChg chg="add mod">
          <ac:chgData name="Foytlin, William P" userId="efafa5b1-70ca-42da-9773-07b62c38295d" providerId="ADAL" clId="{16055251-5A5F-4C17-9B6F-79F4E50DF184}" dt="2024-11-04T15:44:31.550" v="369" actId="1076"/>
          <ac:spMkLst>
            <pc:docMk/>
            <pc:sldMk cId="3182074928" sldId="262"/>
            <ac:spMk id="7" creationId="{D60300E3-D0B4-BF61-582F-331A77801A37}"/>
          </ac:spMkLst>
        </pc:spChg>
      </pc:sldChg>
      <pc:sldChg chg="delSp mod">
        <pc:chgData name="Foytlin, William P" userId="efafa5b1-70ca-42da-9773-07b62c38295d" providerId="ADAL" clId="{16055251-5A5F-4C17-9B6F-79F4E50DF184}" dt="2024-11-12T18:03:23.356" v="556" actId="478"/>
        <pc:sldMkLst>
          <pc:docMk/>
          <pc:sldMk cId="223344599" sldId="264"/>
        </pc:sldMkLst>
        <pc:spChg chg="del">
          <ac:chgData name="Foytlin, William P" userId="efafa5b1-70ca-42da-9773-07b62c38295d" providerId="ADAL" clId="{16055251-5A5F-4C17-9B6F-79F4E50DF184}" dt="2024-11-12T18:03:23.356" v="556" actId="478"/>
          <ac:spMkLst>
            <pc:docMk/>
            <pc:sldMk cId="223344599" sldId="264"/>
            <ac:spMk id="11" creationId="{61FFD0B4-1678-AA94-F97D-DB72085CCB71}"/>
          </ac:spMkLst>
        </pc:spChg>
      </pc:sldChg>
    </pc:docChg>
  </pc:docChgLst>
  <pc:docChgLst>
    <pc:chgData name="Kaul, Rowan A" userId="S::rakaul@cougarnet.uh.edu::557f8585-b814-4514-ae89-45d2c97587e2" providerId="AD" clId="Web-{35B7D9E0-6D2A-28CD-134A-3259299D7CCE}"/>
    <pc:docChg chg="modSld">
      <pc:chgData name="Kaul, Rowan A" userId="S::rakaul@cougarnet.uh.edu::557f8585-b814-4514-ae89-45d2c97587e2" providerId="AD" clId="Web-{35B7D9E0-6D2A-28CD-134A-3259299D7CCE}" dt="2024-11-05T04:24:58.728" v="133" actId="20577"/>
      <pc:docMkLst>
        <pc:docMk/>
      </pc:docMkLst>
      <pc:sldChg chg="modSp">
        <pc:chgData name="Kaul, Rowan A" userId="S::rakaul@cougarnet.uh.edu::557f8585-b814-4514-ae89-45d2c97587e2" providerId="AD" clId="Web-{35B7D9E0-6D2A-28CD-134A-3259299D7CCE}" dt="2024-11-05T04:23:34.830" v="90" actId="14100"/>
        <pc:sldMkLst>
          <pc:docMk/>
          <pc:sldMk cId="947267528" sldId="259"/>
        </pc:sldMkLst>
        <pc:spChg chg="mod">
          <ac:chgData name="Kaul, Rowan A" userId="S::rakaul@cougarnet.uh.edu::557f8585-b814-4514-ae89-45d2c97587e2" providerId="AD" clId="Web-{35B7D9E0-6D2A-28CD-134A-3259299D7CCE}" dt="2024-11-05T04:23:34.830" v="90" actId="14100"/>
          <ac:spMkLst>
            <pc:docMk/>
            <pc:sldMk cId="947267528" sldId="259"/>
            <ac:spMk id="3" creationId="{223EB6EB-DF9B-C638-579C-0CD7F7AC2959}"/>
          </ac:spMkLst>
        </pc:spChg>
      </pc:sldChg>
      <pc:sldChg chg="modSp">
        <pc:chgData name="Kaul, Rowan A" userId="S::rakaul@cougarnet.uh.edu::557f8585-b814-4514-ae89-45d2c97587e2" providerId="AD" clId="Web-{35B7D9E0-6D2A-28CD-134A-3259299D7CCE}" dt="2024-11-05T04:24:58.728" v="133" actId="20577"/>
        <pc:sldMkLst>
          <pc:docMk/>
          <pc:sldMk cId="3182074928" sldId="262"/>
        </pc:sldMkLst>
        <pc:spChg chg="mod">
          <ac:chgData name="Kaul, Rowan A" userId="S::rakaul@cougarnet.uh.edu::557f8585-b814-4514-ae89-45d2c97587e2" providerId="AD" clId="Web-{35B7D9E0-6D2A-28CD-134A-3259299D7CCE}" dt="2024-11-05T04:24:58.728" v="133" actId="20577"/>
          <ac:spMkLst>
            <pc:docMk/>
            <pc:sldMk cId="3182074928" sldId="262"/>
            <ac:spMk id="3" creationId="{5FF40E3A-5847-B3DB-2088-163D9491C8BA}"/>
          </ac:spMkLst>
        </pc:spChg>
      </pc:sldChg>
    </pc:docChg>
  </pc:docChgLst>
  <pc:docChgLst>
    <pc:chgData name="Chiv, Katy E" userId="3fb312b7-b2d1-4d47-a8cf-4c312febb740" providerId="ADAL" clId="{3C229658-7FD4-FB4F-BC6E-0ACBCFCADD1A}"/>
    <pc:docChg chg="undo custSel modSld">
      <pc:chgData name="Chiv, Katy E" userId="3fb312b7-b2d1-4d47-a8cf-4c312febb740" providerId="ADAL" clId="{3C229658-7FD4-FB4F-BC6E-0ACBCFCADD1A}" dt="2024-11-05T00:22:36.403" v="61" actId="20577"/>
      <pc:docMkLst>
        <pc:docMk/>
      </pc:docMkLst>
      <pc:sldChg chg="addSp delSp modSp">
        <pc:chgData name="Chiv, Katy E" userId="3fb312b7-b2d1-4d47-a8cf-4c312febb740" providerId="ADAL" clId="{3C229658-7FD4-FB4F-BC6E-0ACBCFCADD1A}" dt="2024-11-05T00:22:36.403" v="61" actId="20577"/>
        <pc:sldMkLst>
          <pc:docMk/>
          <pc:sldMk cId="3416423704" sldId="266"/>
        </pc:sldMkLst>
        <pc:spChg chg="add mod">
          <ac:chgData name="Chiv, Katy E" userId="3fb312b7-b2d1-4d47-a8cf-4c312febb740" providerId="ADAL" clId="{3C229658-7FD4-FB4F-BC6E-0ACBCFCADD1A}" dt="2024-11-05T00:22:36.403" v="61" actId="20577"/>
          <ac:spMkLst>
            <pc:docMk/>
            <pc:sldMk cId="3416423704" sldId="266"/>
            <ac:spMk id="6" creationId="{F666C14F-35E8-FFEF-BE1D-DD7174890D1D}"/>
          </ac:spMkLst>
        </pc:spChg>
      </pc:sldChg>
    </pc:docChg>
  </pc:docChgLst>
  <pc:docChgLst>
    <pc:chgData name="Conner, Rebekah A" userId="S::raconner@cougarnet.uh.edu::995bba2d-6ad5-4c72-8768-54cbf8e27f9b" providerId="AD" clId="Web-{4234F77A-91EF-9421-DA9B-8524AA98E828}"/>
    <pc:docChg chg="modSld">
      <pc:chgData name="Conner, Rebekah A" userId="S::raconner@cougarnet.uh.edu::995bba2d-6ad5-4c72-8768-54cbf8e27f9b" providerId="AD" clId="Web-{4234F77A-91EF-9421-DA9B-8524AA98E828}" dt="2024-11-04T22:57:59.717" v="170"/>
      <pc:docMkLst>
        <pc:docMk/>
      </pc:docMkLst>
      <pc:sldChg chg="modNotes">
        <pc:chgData name="Conner, Rebekah A" userId="S::raconner@cougarnet.uh.edu::995bba2d-6ad5-4c72-8768-54cbf8e27f9b" providerId="AD" clId="Web-{4234F77A-91EF-9421-DA9B-8524AA98E828}" dt="2024-11-04T22:57:59.717" v="170"/>
        <pc:sldMkLst>
          <pc:docMk/>
          <pc:sldMk cId="1696102439" sldId="265"/>
        </pc:sldMkLst>
      </pc:sldChg>
    </pc:docChg>
  </pc:docChgLst>
  <pc:docChgLst>
    <pc:chgData name="Ngwakwe, Chibuike C" userId="S::ccngwakw@cougarnet.uh.edu::4d9f16c8-3146-4a0f-9ce4-459a9824111d" providerId="AD" clId="Web-{6C05D171-9590-509C-6232-8DAFE405CFBF}"/>
    <pc:docChg chg="modSld">
      <pc:chgData name="Ngwakwe, Chibuike C" userId="S::ccngwakw@cougarnet.uh.edu::4d9f16c8-3146-4a0f-9ce4-459a9824111d" providerId="AD" clId="Web-{6C05D171-9590-509C-6232-8DAFE405CFBF}" dt="2024-11-04T21:46:19.069" v="70" actId="14100"/>
      <pc:docMkLst>
        <pc:docMk/>
      </pc:docMkLst>
      <pc:sldChg chg="addSp delSp modSp modNotes">
        <pc:chgData name="Ngwakwe, Chibuike C" userId="S::ccngwakw@cougarnet.uh.edu::4d9f16c8-3146-4a0f-9ce4-459a9824111d" providerId="AD" clId="Web-{6C05D171-9590-509C-6232-8DAFE405CFBF}" dt="2024-11-04T21:46:19.069" v="70" actId="14100"/>
        <pc:sldMkLst>
          <pc:docMk/>
          <pc:sldMk cId="223344599" sldId="264"/>
        </pc:sldMkLst>
        <pc:spChg chg="mod">
          <ac:chgData name="Ngwakwe, Chibuike C" userId="S::ccngwakw@cougarnet.uh.edu::4d9f16c8-3146-4a0f-9ce4-459a9824111d" providerId="AD" clId="Web-{6C05D171-9590-509C-6232-8DAFE405CFBF}" dt="2024-11-04T21:44:38.576" v="53" actId="20577"/>
          <ac:spMkLst>
            <pc:docMk/>
            <pc:sldMk cId="223344599" sldId="264"/>
            <ac:spMk id="3" creationId="{DEFD2B12-4A98-4226-2BDB-5DA5A230E9EC}"/>
          </ac:spMkLst>
        </pc:spChg>
      </pc:sldChg>
    </pc:docChg>
  </pc:docChgLst>
  <pc:docChgLst>
    <pc:chgData name="Chiv, Katy E" userId="3fb312b7-b2d1-4d47-a8cf-4c312febb740" providerId="ADAL" clId="{CC9F509C-9A7D-419B-A05C-9C4C97F40AA6}"/>
    <pc:docChg chg="undo redo custSel delSld modSld sldOrd">
      <pc:chgData name="Chiv, Katy E" userId="3fb312b7-b2d1-4d47-a8cf-4c312febb740" providerId="ADAL" clId="{CC9F509C-9A7D-419B-A05C-9C4C97F40AA6}" dt="2024-11-04T23:19:09.845" v="1063" actId="20577"/>
      <pc:docMkLst>
        <pc:docMk/>
      </pc:docMkLst>
      <pc:sldChg chg="ord">
        <pc:chgData name="Chiv, Katy E" userId="3fb312b7-b2d1-4d47-a8cf-4c312febb740" providerId="ADAL" clId="{CC9F509C-9A7D-419B-A05C-9C4C97F40AA6}" dt="2024-11-04T21:24:26.882" v="888"/>
        <pc:sldMkLst>
          <pc:docMk/>
          <pc:sldMk cId="109857222" sldId="256"/>
        </pc:sldMkLst>
      </pc:sldChg>
      <pc:sldChg chg="addSp delSp modSp del mod">
        <pc:chgData name="Chiv, Katy E" userId="3fb312b7-b2d1-4d47-a8cf-4c312febb740" providerId="ADAL" clId="{CC9F509C-9A7D-419B-A05C-9C4C97F40AA6}" dt="2024-11-04T17:15:45.744" v="747" actId="2696"/>
        <pc:sldMkLst>
          <pc:docMk/>
          <pc:sldMk cId="2732962977" sldId="258"/>
        </pc:sldMkLst>
      </pc:sldChg>
      <pc:sldChg chg="addSp delSp modSp mod modTransition setBg delAnim modAnim">
        <pc:chgData name="Chiv, Katy E" userId="3fb312b7-b2d1-4d47-a8cf-4c312febb740" providerId="ADAL" clId="{CC9F509C-9A7D-419B-A05C-9C4C97F40AA6}" dt="2024-11-04T23:19:09.845" v="1063" actId="20577"/>
        <pc:sldMkLst>
          <pc:docMk/>
          <pc:sldMk cId="3937623872" sldId="260"/>
        </pc:sldMkLst>
        <pc:spChg chg="mod ord">
          <ac:chgData name="Chiv, Katy E" userId="3fb312b7-b2d1-4d47-a8cf-4c312febb740" providerId="ADAL" clId="{CC9F509C-9A7D-419B-A05C-9C4C97F40AA6}" dt="2024-11-04T23:17:43.434" v="984" actId="1076"/>
          <ac:spMkLst>
            <pc:docMk/>
            <pc:sldMk cId="3937623872" sldId="260"/>
            <ac:spMk id="2" creationId="{7497B057-564A-187B-0A83-83292F1258E8}"/>
          </ac:spMkLst>
        </pc:spChg>
        <pc:spChg chg="add mod">
          <ac:chgData name="Chiv, Katy E" userId="3fb312b7-b2d1-4d47-a8cf-4c312febb740" providerId="ADAL" clId="{CC9F509C-9A7D-419B-A05C-9C4C97F40AA6}" dt="2024-11-04T23:19:09.845" v="1063" actId="20577"/>
          <ac:spMkLst>
            <pc:docMk/>
            <pc:sldMk cId="3937623872" sldId="260"/>
            <ac:spMk id="4" creationId="{7D6F562E-6F77-E5C3-3D21-3D691D14B085}"/>
          </ac:spMkLst>
        </pc:spChg>
        <pc:spChg chg="add del">
          <ac:chgData name="Chiv, Katy E" userId="3fb312b7-b2d1-4d47-a8cf-4c312febb740" providerId="ADAL" clId="{CC9F509C-9A7D-419B-A05C-9C4C97F40AA6}" dt="2024-11-04T23:10:05.622" v="972" actId="26606"/>
          <ac:spMkLst>
            <pc:docMk/>
            <pc:sldMk cId="3937623872" sldId="260"/>
            <ac:spMk id="1058" creationId="{5BE2A49E-0BD9-321C-F602-AFA2FCF9B27B}"/>
          </ac:spMkLst>
        </pc:spChg>
        <pc:spChg chg="add del">
          <ac:chgData name="Chiv, Katy E" userId="3fb312b7-b2d1-4d47-a8cf-4c312febb740" providerId="ADAL" clId="{CC9F509C-9A7D-419B-A05C-9C4C97F40AA6}" dt="2024-11-04T23:10:05.622" v="972" actId="26606"/>
          <ac:spMkLst>
            <pc:docMk/>
            <pc:sldMk cId="3937623872" sldId="260"/>
            <ac:spMk id="1060" creationId="{2D0267C2-9A87-5888-0384-969AD9365463}"/>
          </ac:spMkLst>
        </pc:spChg>
        <pc:spChg chg="add del">
          <ac:chgData name="Chiv, Katy E" userId="3fb312b7-b2d1-4d47-a8cf-4c312febb740" providerId="ADAL" clId="{CC9F509C-9A7D-419B-A05C-9C4C97F40AA6}" dt="2024-11-04T23:10:05.622" v="972" actId="26606"/>
          <ac:spMkLst>
            <pc:docMk/>
            <pc:sldMk cId="3937623872" sldId="260"/>
            <ac:spMk id="1062" creationId="{E4AEFA6A-E623-CF1A-3DDF-C38D3A7E2CE2}"/>
          </ac:spMkLst>
        </pc:spChg>
        <pc:picChg chg="add mod ord">
          <ac:chgData name="Chiv, Katy E" userId="3fb312b7-b2d1-4d47-a8cf-4c312febb740" providerId="ADAL" clId="{CC9F509C-9A7D-419B-A05C-9C4C97F40AA6}" dt="2024-11-04T23:10:05.622" v="972" actId="26606"/>
          <ac:picMkLst>
            <pc:docMk/>
            <pc:sldMk cId="3937623872" sldId="260"/>
            <ac:picMk id="1026" creationId="{78CF77AB-3B0E-0F0B-5B1F-B84D57FCFB76}"/>
          </ac:picMkLst>
        </pc:picChg>
      </pc:sldChg>
      <pc:sldChg chg="addSp delSp modSp mod setBg">
        <pc:chgData name="Chiv, Katy E" userId="3fb312b7-b2d1-4d47-a8cf-4c312febb740" providerId="ADAL" clId="{CC9F509C-9A7D-419B-A05C-9C4C97F40AA6}" dt="2024-11-04T21:35:18.419" v="944" actId="20577"/>
        <pc:sldMkLst>
          <pc:docMk/>
          <pc:sldMk cId="380706649" sldId="261"/>
        </pc:sldMkLst>
        <pc:spChg chg="mod">
          <ac:chgData name="Chiv, Katy E" userId="3fb312b7-b2d1-4d47-a8cf-4c312febb740" providerId="ADAL" clId="{CC9F509C-9A7D-419B-A05C-9C4C97F40AA6}" dt="2024-11-04T21:35:11.608" v="942" actId="26606"/>
          <ac:spMkLst>
            <pc:docMk/>
            <pc:sldMk cId="380706649" sldId="261"/>
            <ac:spMk id="2" creationId="{42C488BB-2C41-54BB-9538-9CF60DF7BA5B}"/>
          </ac:spMkLst>
        </pc:spChg>
        <pc:spChg chg="add del mod">
          <ac:chgData name="Chiv, Katy E" userId="3fb312b7-b2d1-4d47-a8cf-4c312febb740" providerId="ADAL" clId="{CC9F509C-9A7D-419B-A05C-9C4C97F40AA6}" dt="2024-11-04T21:35:18.419" v="944" actId="20577"/>
          <ac:spMkLst>
            <pc:docMk/>
            <pc:sldMk cId="380706649" sldId="261"/>
            <ac:spMk id="3" creationId="{1A43BBFA-6C5C-9CBC-2D6A-20A365A623EF}"/>
          </ac:spMkLst>
        </pc:spChg>
      </pc:sldChg>
      <pc:sldChg chg="addSp modSp mod">
        <pc:chgData name="Chiv, Katy E" userId="3fb312b7-b2d1-4d47-a8cf-4c312febb740" providerId="ADAL" clId="{CC9F509C-9A7D-419B-A05C-9C4C97F40AA6}" dt="2024-11-04T21:42:44.775" v="954" actId="1076"/>
        <pc:sldMkLst>
          <pc:docMk/>
          <pc:sldMk cId="223344599" sldId="264"/>
        </pc:sldMkLst>
        <pc:spChg chg="mod">
          <ac:chgData name="Chiv, Katy E" userId="3fb312b7-b2d1-4d47-a8cf-4c312febb740" providerId="ADAL" clId="{CC9F509C-9A7D-419B-A05C-9C4C97F40AA6}" dt="2024-11-04T21:42:00.199" v="949" actId="14100"/>
          <ac:spMkLst>
            <pc:docMk/>
            <pc:sldMk cId="223344599" sldId="264"/>
            <ac:spMk id="3" creationId="{DEFD2B12-4A98-4226-2BDB-5DA5A230E9EC}"/>
          </ac:spMkLst>
        </pc:spChg>
        <pc:spChg chg="mod">
          <ac:chgData name="Chiv, Katy E" userId="3fb312b7-b2d1-4d47-a8cf-4c312febb740" providerId="ADAL" clId="{CC9F509C-9A7D-419B-A05C-9C4C97F40AA6}" dt="2024-11-04T17:35:59.966" v="767" actId="20577"/>
          <ac:spMkLst>
            <pc:docMk/>
            <pc:sldMk cId="223344599" sldId="264"/>
            <ac:spMk id="4" creationId="{CA47B352-AFCC-B029-E2B3-4D30C6986A91}"/>
          </ac:spMkLst>
        </pc:spChg>
      </pc:sldChg>
      <pc:sldChg chg="modSp mod">
        <pc:chgData name="Chiv, Katy E" userId="3fb312b7-b2d1-4d47-a8cf-4c312febb740" providerId="ADAL" clId="{CC9F509C-9A7D-419B-A05C-9C4C97F40AA6}" dt="2024-11-04T21:35:11.647" v="943" actId="313"/>
        <pc:sldMkLst>
          <pc:docMk/>
          <pc:sldMk cId="3416423704" sldId="266"/>
        </pc:sldMkLst>
        <pc:spChg chg="mod">
          <ac:chgData name="Chiv, Katy E" userId="3fb312b7-b2d1-4d47-a8cf-4c312febb740" providerId="ADAL" clId="{CC9F509C-9A7D-419B-A05C-9C4C97F40AA6}" dt="2024-11-04T21:23:12.379" v="884" actId="1076"/>
          <ac:spMkLst>
            <pc:docMk/>
            <pc:sldMk cId="3416423704" sldId="266"/>
            <ac:spMk id="2" creationId="{32E447A7-99EB-996B-7562-32A1A7E7F35C}"/>
          </ac:spMkLst>
        </pc:spChg>
      </pc:sldChg>
    </pc:docChg>
  </pc:docChgLst>
  <pc:docChgLst>
    <pc:chgData name="Kaul, Rowan A" userId="S::rakaul@cougarnet.uh.edu::557f8585-b814-4514-ae89-45d2c97587e2" providerId="AD" clId="Web-{C1F329D5-CAE6-A158-2A54-FDD061E40102}"/>
    <pc:docChg chg="modSld">
      <pc:chgData name="Kaul, Rowan A" userId="S::rakaul@cougarnet.uh.edu::557f8585-b814-4514-ae89-45d2c97587e2" providerId="AD" clId="Web-{C1F329D5-CAE6-A158-2A54-FDD061E40102}" dt="2024-11-05T00:37:00.683" v="193" actId="1076"/>
      <pc:docMkLst>
        <pc:docMk/>
      </pc:docMkLst>
      <pc:sldChg chg="modSp">
        <pc:chgData name="Kaul, Rowan A" userId="S::rakaul@cougarnet.uh.edu::557f8585-b814-4514-ae89-45d2c97587e2" providerId="AD" clId="Web-{C1F329D5-CAE6-A158-2A54-FDD061E40102}" dt="2024-11-04T22:59:26.168" v="7" actId="20577"/>
        <pc:sldMkLst>
          <pc:docMk/>
          <pc:sldMk cId="109857222" sldId="256"/>
        </pc:sldMkLst>
        <pc:spChg chg="mod">
          <ac:chgData name="Kaul, Rowan A" userId="S::rakaul@cougarnet.uh.edu::557f8585-b814-4514-ae89-45d2c97587e2" providerId="AD" clId="Web-{C1F329D5-CAE6-A158-2A54-FDD061E40102}" dt="2024-11-04T22:59:26.168" v="7" actId="20577"/>
          <ac:spMkLst>
            <pc:docMk/>
            <pc:sldMk cId="109857222" sldId="256"/>
            <ac:spMk id="3" creationId="{00000000-0000-0000-0000-000000000000}"/>
          </ac:spMkLst>
        </pc:spChg>
      </pc:sldChg>
      <pc:sldChg chg="modSp">
        <pc:chgData name="Kaul, Rowan A" userId="S::rakaul@cougarnet.uh.edu::557f8585-b814-4514-ae89-45d2c97587e2" providerId="AD" clId="Web-{C1F329D5-CAE6-A158-2A54-FDD061E40102}" dt="2024-11-05T00:27:12.286" v="109" actId="14100"/>
        <pc:sldMkLst>
          <pc:docMk/>
          <pc:sldMk cId="3937623872" sldId="260"/>
        </pc:sldMkLst>
        <pc:spChg chg="mod">
          <ac:chgData name="Kaul, Rowan A" userId="S::rakaul@cougarnet.uh.edu::557f8585-b814-4514-ae89-45d2c97587e2" providerId="AD" clId="Web-{C1F329D5-CAE6-A158-2A54-FDD061E40102}" dt="2024-11-05T00:27:00.176" v="107" actId="1076"/>
          <ac:spMkLst>
            <pc:docMk/>
            <pc:sldMk cId="3937623872" sldId="260"/>
            <ac:spMk id="2" creationId="{7497B057-564A-187B-0A83-83292F1258E8}"/>
          </ac:spMkLst>
        </pc:spChg>
        <pc:spChg chg="mod">
          <ac:chgData name="Kaul, Rowan A" userId="S::rakaul@cougarnet.uh.edu::557f8585-b814-4514-ae89-45d2c97587e2" providerId="AD" clId="Web-{C1F329D5-CAE6-A158-2A54-FDD061E40102}" dt="2024-11-05T00:27:12.286" v="109" actId="14100"/>
          <ac:spMkLst>
            <pc:docMk/>
            <pc:sldMk cId="3937623872" sldId="260"/>
            <ac:spMk id="4" creationId="{7D6F562E-6F77-E5C3-3D21-3D691D14B085}"/>
          </ac:spMkLst>
        </pc:spChg>
        <pc:picChg chg="mod">
          <ac:chgData name="Kaul, Rowan A" userId="S::rakaul@cougarnet.uh.edu::557f8585-b814-4514-ae89-45d2c97587e2" providerId="AD" clId="Web-{C1F329D5-CAE6-A158-2A54-FDD061E40102}" dt="2024-11-05T00:26:26.284" v="98" actId="1076"/>
          <ac:picMkLst>
            <pc:docMk/>
            <pc:sldMk cId="3937623872" sldId="260"/>
            <ac:picMk id="1026" creationId="{78CF77AB-3B0E-0F0B-5B1F-B84D57FCFB76}"/>
          </ac:picMkLst>
        </pc:picChg>
      </pc:sldChg>
      <pc:sldChg chg="modSp">
        <pc:chgData name="Kaul, Rowan A" userId="S::rakaul@cougarnet.uh.edu::557f8585-b814-4514-ae89-45d2c97587e2" providerId="AD" clId="Web-{C1F329D5-CAE6-A158-2A54-FDD061E40102}" dt="2024-11-05T00:34:20.864" v="162" actId="14100"/>
        <pc:sldMkLst>
          <pc:docMk/>
          <pc:sldMk cId="380706649" sldId="261"/>
        </pc:sldMkLst>
        <pc:spChg chg="mod">
          <ac:chgData name="Kaul, Rowan A" userId="S::rakaul@cougarnet.uh.edu::557f8585-b814-4514-ae89-45d2c97587e2" providerId="AD" clId="Web-{C1F329D5-CAE6-A158-2A54-FDD061E40102}" dt="2024-11-05T00:34:20.864" v="162" actId="14100"/>
          <ac:spMkLst>
            <pc:docMk/>
            <pc:sldMk cId="380706649" sldId="261"/>
            <ac:spMk id="3" creationId="{1A43BBFA-6C5C-9CBC-2D6A-20A365A623EF}"/>
          </ac:spMkLst>
        </pc:spChg>
      </pc:sldChg>
      <pc:sldChg chg="modSp">
        <pc:chgData name="Kaul, Rowan A" userId="S::rakaul@cougarnet.uh.edu::557f8585-b814-4514-ae89-45d2c97587e2" providerId="AD" clId="Web-{C1F329D5-CAE6-A158-2A54-FDD061E40102}" dt="2024-11-05T00:15:23.401" v="12" actId="1076"/>
        <pc:sldMkLst>
          <pc:docMk/>
          <pc:sldMk cId="1696102439" sldId="265"/>
        </pc:sldMkLst>
        <pc:picChg chg="mod">
          <ac:chgData name="Kaul, Rowan A" userId="S::rakaul@cougarnet.uh.edu::557f8585-b814-4514-ae89-45d2c97587e2" providerId="AD" clId="Web-{C1F329D5-CAE6-A158-2A54-FDD061E40102}" dt="2024-11-05T00:15:23.401" v="12" actId="1076"/>
          <ac:picMkLst>
            <pc:docMk/>
            <pc:sldMk cId="1696102439" sldId="265"/>
            <ac:picMk id="6" creationId="{91AB4E5A-AFD2-1745-AFE1-685E6F0851CE}"/>
          </ac:picMkLst>
        </pc:picChg>
      </pc:sldChg>
      <pc:sldChg chg="modSp">
        <pc:chgData name="Kaul, Rowan A" userId="S::rakaul@cougarnet.uh.edu::557f8585-b814-4514-ae89-45d2c97587e2" providerId="AD" clId="Web-{C1F329D5-CAE6-A158-2A54-FDD061E40102}" dt="2024-11-05T00:32:04.547" v="159" actId="14100"/>
        <pc:sldMkLst>
          <pc:docMk/>
          <pc:sldMk cId="3416423704" sldId="266"/>
        </pc:sldMkLst>
        <pc:spChg chg="mod">
          <ac:chgData name="Kaul, Rowan A" userId="S::rakaul@cougarnet.uh.edu::557f8585-b814-4514-ae89-45d2c97587e2" providerId="AD" clId="Web-{C1F329D5-CAE6-A158-2A54-FDD061E40102}" dt="2024-11-05T00:32:04.547" v="159" actId="14100"/>
          <ac:spMkLst>
            <pc:docMk/>
            <pc:sldMk cId="3416423704" sldId="266"/>
            <ac:spMk id="6" creationId="{F666C14F-35E8-FFEF-BE1D-DD7174890D1D}"/>
          </ac:spMkLst>
        </pc:spChg>
      </pc:sldChg>
    </pc:docChg>
  </pc:docChgLst>
  <pc:docChgLst>
    <pc:chgData name="Ngwakwe, Chibuike C" userId="S::ccngwakw@cougarnet.uh.edu::4d9f16c8-3146-4a0f-9ce4-459a9824111d" providerId="AD" clId="Web-{2C751A1A-674F-D204-39CB-1F495FBA34FE}"/>
    <pc:docChg chg="modSld">
      <pc:chgData name="Ngwakwe, Chibuike C" userId="S::ccngwakw@cougarnet.uh.edu::4d9f16c8-3146-4a0f-9ce4-459a9824111d" providerId="AD" clId="Web-{2C751A1A-674F-D204-39CB-1F495FBA34FE}" dt="2024-11-07T19:40:37.282" v="1" actId="20577"/>
      <pc:docMkLst>
        <pc:docMk/>
      </pc:docMkLst>
    </pc:docChg>
  </pc:docChgLst>
  <pc:docChgLst>
    <pc:chgData name="Ngwakwe, Chibuike C" userId="S::ccngwakw@cougarnet.uh.edu::4d9f16c8-3146-4a0f-9ce4-459a9824111d" providerId="AD" clId="Web-{01562158-D919-BDF6-EADD-F2A88F8F2A67}"/>
    <pc:docChg chg="modSld">
      <pc:chgData name="Ngwakwe, Chibuike C" userId="S::ccngwakw@cougarnet.uh.edu::4d9f16c8-3146-4a0f-9ce4-459a9824111d" providerId="AD" clId="Web-{01562158-D919-BDF6-EADD-F2A88F8F2A67}" dt="2024-11-04T18:38:51.367" v="50" actId="20577"/>
      <pc:docMkLst>
        <pc:docMk/>
      </pc:docMkLst>
      <pc:sldChg chg="addSp delSp modSp modNotes">
        <pc:chgData name="Ngwakwe, Chibuike C" userId="S::ccngwakw@cougarnet.uh.edu::4d9f16c8-3146-4a0f-9ce4-459a9824111d" providerId="AD" clId="Web-{01562158-D919-BDF6-EADD-F2A88F8F2A67}" dt="2024-11-04T18:38:51.367" v="50" actId="20577"/>
        <pc:sldMkLst>
          <pc:docMk/>
          <pc:sldMk cId="223344599" sldId="264"/>
        </pc:sldMkLst>
        <pc:spChg chg="mod">
          <ac:chgData name="Ngwakwe, Chibuike C" userId="S::ccngwakw@cougarnet.uh.edu::4d9f16c8-3146-4a0f-9ce4-459a9824111d" providerId="AD" clId="Web-{01562158-D919-BDF6-EADD-F2A88F8F2A67}" dt="2024-11-04T18:38:51.367" v="50" actId="20577"/>
          <ac:spMkLst>
            <pc:docMk/>
            <pc:sldMk cId="223344599" sldId="264"/>
            <ac:spMk id="3" creationId="{DEFD2B12-4A98-4226-2BDB-5DA5A230E9EC}"/>
          </ac:spMkLst>
        </pc:spChg>
      </pc:sldChg>
    </pc:docChg>
  </pc:docChgLst>
  <pc:docChgLst>
    <pc:chgData name="Kaul, Rowan A" userId="S::rakaul@cougarnet.uh.edu::557f8585-b814-4514-ae89-45d2c97587e2" providerId="AD" clId="Web-{1AE80425-0E8D-B32F-66AF-5C4FD217F6F6}"/>
    <pc:docChg chg="modSld">
      <pc:chgData name="Kaul, Rowan A" userId="S::rakaul@cougarnet.uh.edu::557f8585-b814-4514-ae89-45d2c97587e2" providerId="AD" clId="Web-{1AE80425-0E8D-B32F-66AF-5C4FD217F6F6}" dt="2024-11-12T19:10:33.282" v="2" actId="20577"/>
      <pc:docMkLst>
        <pc:docMk/>
      </pc:docMkLst>
      <pc:sldChg chg="modSp">
        <pc:chgData name="Kaul, Rowan A" userId="S::rakaul@cougarnet.uh.edu::557f8585-b814-4514-ae89-45d2c97587e2" providerId="AD" clId="Web-{1AE80425-0E8D-B32F-66AF-5C4FD217F6F6}" dt="2024-11-12T19:10:33.282" v="2" actId="20577"/>
        <pc:sldMkLst>
          <pc:docMk/>
          <pc:sldMk cId="947267528" sldId="259"/>
        </pc:sldMkLst>
        <pc:spChg chg="mod">
          <ac:chgData name="Kaul, Rowan A" userId="S::rakaul@cougarnet.uh.edu::557f8585-b814-4514-ae89-45d2c97587e2" providerId="AD" clId="Web-{1AE80425-0E8D-B32F-66AF-5C4FD217F6F6}" dt="2024-11-12T19:10:33.282" v="2" actId="20577"/>
          <ac:spMkLst>
            <pc:docMk/>
            <pc:sldMk cId="947267528" sldId="259"/>
            <ac:spMk id="3" creationId="{223EB6EB-DF9B-C638-579C-0CD7F7AC2959}"/>
          </ac:spMkLst>
        </pc:spChg>
      </pc:sldChg>
    </pc:docChg>
  </pc:docChgLst>
  <pc:docChgLst>
    <pc:chgData name="Khalil, Rayan I" userId="S::rikhali2@cougarnet.uh.edu::c93d04bf-4177-4d83-8f3f-10e547e7cf6f" providerId="AD" clId="Web-{A982E56D-E7B5-61DD-9B40-E15807898782}"/>
    <pc:docChg chg="modSld">
      <pc:chgData name="Khalil, Rayan I" userId="S::rikhali2@cougarnet.uh.edu::c93d04bf-4177-4d83-8f3f-10e547e7cf6f" providerId="AD" clId="Web-{A982E56D-E7B5-61DD-9B40-E15807898782}" dt="2024-11-07T19:38:22.163" v="334" actId="20577"/>
      <pc:docMkLst>
        <pc:docMk/>
      </pc:docMkLst>
      <pc:sldChg chg="modSp">
        <pc:chgData name="Khalil, Rayan I" userId="S::rikhali2@cougarnet.uh.edu::c93d04bf-4177-4d83-8f3f-10e547e7cf6f" providerId="AD" clId="Web-{A982E56D-E7B5-61DD-9B40-E15807898782}" dt="2024-11-07T19:33:23.836" v="269" actId="20577"/>
        <pc:sldMkLst>
          <pc:docMk/>
          <pc:sldMk cId="947267528" sldId="259"/>
        </pc:sldMkLst>
        <pc:spChg chg="mod">
          <ac:chgData name="Khalil, Rayan I" userId="S::rikhali2@cougarnet.uh.edu::c93d04bf-4177-4d83-8f3f-10e547e7cf6f" providerId="AD" clId="Web-{A982E56D-E7B5-61DD-9B40-E15807898782}" dt="2024-11-07T19:33:23.836" v="269" actId="20577"/>
          <ac:spMkLst>
            <pc:docMk/>
            <pc:sldMk cId="947267528" sldId="259"/>
            <ac:spMk id="3" creationId="{223EB6EB-DF9B-C638-579C-0CD7F7AC2959}"/>
          </ac:spMkLst>
        </pc:spChg>
      </pc:sldChg>
      <pc:sldChg chg="modSp">
        <pc:chgData name="Khalil, Rayan I" userId="S::rikhali2@cougarnet.uh.edu::c93d04bf-4177-4d83-8f3f-10e547e7cf6f" providerId="AD" clId="Web-{A982E56D-E7B5-61DD-9B40-E15807898782}" dt="2024-11-07T19:38:22.163" v="334" actId="20577"/>
        <pc:sldMkLst>
          <pc:docMk/>
          <pc:sldMk cId="3937623872" sldId="260"/>
        </pc:sldMkLst>
        <pc:spChg chg="mod">
          <ac:chgData name="Khalil, Rayan I" userId="S::rikhali2@cougarnet.uh.edu::c93d04bf-4177-4d83-8f3f-10e547e7cf6f" providerId="AD" clId="Web-{A982E56D-E7B5-61DD-9B40-E15807898782}" dt="2024-11-07T19:38:22.163" v="334" actId="20577"/>
          <ac:spMkLst>
            <pc:docMk/>
            <pc:sldMk cId="3937623872" sldId="260"/>
            <ac:spMk id="4" creationId="{7D6F562E-6F77-E5C3-3D21-3D691D14B085}"/>
          </ac:spMkLst>
        </pc:spChg>
        <pc:picChg chg="mod">
          <ac:chgData name="Khalil, Rayan I" userId="S::rikhali2@cougarnet.uh.edu::c93d04bf-4177-4d83-8f3f-10e547e7cf6f" providerId="AD" clId="Web-{A982E56D-E7B5-61DD-9B40-E15807898782}" dt="2024-11-07T19:34:49.918" v="319" actId="1076"/>
          <ac:picMkLst>
            <pc:docMk/>
            <pc:sldMk cId="3937623872" sldId="260"/>
            <ac:picMk id="1026" creationId="{78CF77AB-3B0E-0F0B-5B1F-B84D57FCFB76}"/>
          </ac:picMkLst>
        </pc:picChg>
      </pc:sldChg>
      <pc:sldChg chg="addSp delSp modSp">
        <pc:chgData name="Khalil, Rayan I" userId="S::rikhali2@cougarnet.uh.edu::c93d04bf-4177-4d83-8f3f-10e547e7cf6f" providerId="AD" clId="Web-{A982E56D-E7B5-61DD-9B40-E15807898782}" dt="2024-11-07T19:33:12.960" v="264" actId="20577"/>
        <pc:sldMkLst>
          <pc:docMk/>
          <pc:sldMk cId="223344599" sldId="264"/>
        </pc:sldMkLst>
        <pc:spChg chg="mod">
          <ac:chgData name="Khalil, Rayan I" userId="S::rikhali2@cougarnet.uh.edu::c93d04bf-4177-4d83-8f3f-10e547e7cf6f" providerId="AD" clId="Web-{A982E56D-E7B5-61DD-9B40-E15807898782}" dt="2024-11-07T19:33:12.960" v="264" actId="20577"/>
          <ac:spMkLst>
            <pc:docMk/>
            <pc:sldMk cId="223344599" sldId="264"/>
            <ac:spMk id="3" creationId="{DEFD2B12-4A98-4226-2BDB-5DA5A230E9EC}"/>
          </ac:spMkLst>
        </pc:spChg>
        <pc:spChg chg="mod">
          <ac:chgData name="Khalil, Rayan I" userId="S::rikhali2@cougarnet.uh.edu::c93d04bf-4177-4d83-8f3f-10e547e7cf6f" providerId="AD" clId="Web-{A982E56D-E7B5-61DD-9B40-E15807898782}" dt="2024-11-07T19:22:29.788" v="17" actId="20577"/>
          <ac:spMkLst>
            <pc:docMk/>
            <pc:sldMk cId="223344599" sldId="264"/>
            <ac:spMk id="4" creationId="{CA47B352-AFCC-B029-E2B3-4D30C6986A91}"/>
          </ac:spMkLst>
        </pc:spChg>
        <pc:spChg chg="mod">
          <ac:chgData name="Khalil, Rayan I" userId="S::rikhali2@cougarnet.uh.edu::c93d04bf-4177-4d83-8f3f-10e547e7cf6f" providerId="AD" clId="Web-{A982E56D-E7B5-61DD-9B40-E15807898782}" dt="2024-11-07T19:30:07.951" v="173" actId="20577"/>
          <ac:spMkLst>
            <pc:docMk/>
            <pc:sldMk cId="223344599" sldId="264"/>
            <ac:spMk id="7" creationId="{04465550-0A9B-5D3B-8EBD-19BD903C245D}"/>
          </ac:spMkLst>
        </pc:spChg>
        <pc:spChg chg="add mod">
          <ac:chgData name="Khalil, Rayan I" userId="S::rikhali2@cougarnet.uh.edu::c93d04bf-4177-4d83-8f3f-10e547e7cf6f" providerId="AD" clId="Web-{A982E56D-E7B5-61DD-9B40-E15807898782}" dt="2024-11-07T19:32:19.098" v="254" actId="20577"/>
          <ac:spMkLst>
            <pc:docMk/>
            <pc:sldMk cId="223344599" sldId="264"/>
            <ac:spMk id="9" creationId="{4B11C4C8-99D4-F2A3-B727-907A1F924F57}"/>
          </ac:spMkLst>
        </pc:spChg>
        <pc:picChg chg="add mod">
          <ac:chgData name="Khalil, Rayan I" userId="S::rikhali2@cougarnet.uh.edu::c93d04bf-4177-4d83-8f3f-10e547e7cf6f" providerId="AD" clId="Web-{A982E56D-E7B5-61DD-9B40-E15807898782}" dt="2024-11-07T19:32:59.022" v="261" actId="1076"/>
          <ac:picMkLst>
            <pc:docMk/>
            <pc:sldMk cId="223344599" sldId="264"/>
            <ac:picMk id="12" creationId="{50FF2B4C-A2E7-CCDC-5C6E-6ED5616C7E0D}"/>
          </ac:picMkLst>
        </pc:picChg>
        <pc:picChg chg="add mod">
          <ac:chgData name="Khalil, Rayan I" userId="S::rikhali2@cougarnet.uh.edu::c93d04bf-4177-4d83-8f3f-10e547e7cf6f" providerId="AD" clId="Web-{A982E56D-E7B5-61DD-9B40-E15807898782}" dt="2024-11-07T19:33:01.725" v="262" actId="1076"/>
          <ac:picMkLst>
            <pc:docMk/>
            <pc:sldMk cId="223344599" sldId="264"/>
            <ac:picMk id="13" creationId="{DF9AA66C-FF76-2953-00ED-EBE064C9633E}"/>
          </ac:picMkLst>
        </pc:picChg>
      </pc:sldChg>
    </pc:docChg>
  </pc:docChgLst>
  <pc:docChgLst>
    <pc:chgData name="Kaul, Rowan A" userId="S::rakaul@cougarnet.uh.edu::557f8585-b814-4514-ae89-45d2c97587e2" providerId="AD" clId="Web-{37F88B4F-1CB3-718A-781C-A4DADE6EA426}"/>
    <pc:docChg chg="addSld modSld">
      <pc:chgData name="Kaul, Rowan A" userId="S::rakaul@cougarnet.uh.edu::557f8585-b814-4514-ae89-45d2c97587e2" providerId="AD" clId="Web-{37F88B4F-1CB3-718A-781C-A4DADE6EA426}" dt="2024-11-07T19:37:55.873" v="96" actId="1076"/>
      <pc:docMkLst>
        <pc:docMk/>
      </pc:docMkLst>
      <pc:sldChg chg="modSp">
        <pc:chgData name="Kaul, Rowan A" userId="S::rakaul@cougarnet.uh.edu::557f8585-b814-4514-ae89-45d2c97587e2" providerId="AD" clId="Web-{37F88B4F-1CB3-718A-781C-A4DADE6EA426}" dt="2024-11-07T19:23:51.933" v="11" actId="1076"/>
        <pc:sldMkLst>
          <pc:docMk/>
          <pc:sldMk cId="947267528" sldId="259"/>
        </pc:sldMkLst>
        <pc:spChg chg="mod">
          <ac:chgData name="Kaul, Rowan A" userId="S::rakaul@cougarnet.uh.edu::557f8585-b814-4514-ae89-45d2c97587e2" providerId="AD" clId="Web-{37F88B4F-1CB3-718A-781C-A4DADE6EA426}" dt="2024-11-07T19:23:51.933" v="11" actId="1076"/>
          <ac:spMkLst>
            <pc:docMk/>
            <pc:sldMk cId="947267528" sldId="259"/>
            <ac:spMk id="3" creationId="{223EB6EB-DF9B-C638-579C-0CD7F7AC2959}"/>
          </ac:spMkLst>
        </pc:spChg>
      </pc:sldChg>
      <pc:sldChg chg="modSp">
        <pc:chgData name="Kaul, Rowan A" userId="S::rakaul@cougarnet.uh.edu::557f8585-b814-4514-ae89-45d2c97587e2" providerId="AD" clId="Web-{37F88B4F-1CB3-718A-781C-A4DADE6EA426}" dt="2024-11-07T19:37:55.873" v="96" actId="1076"/>
        <pc:sldMkLst>
          <pc:docMk/>
          <pc:sldMk cId="380706649" sldId="261"/>
        </pc:sldMkLst>
        <pc:spChg chg="mod">
          <ac:chgData name="Kaul, Rowan A" userId="S::rakaul@cougarnet.uh.edu::557f8585-b814-4514-ae89-45d2c97587e2" providerId="AD" clId="Web-{37F88B4F-1CB3-718A-781C-A4DADE6EA426}" dt="2024-11-07T19:37:55.873" v="96" actId="1076"/>
          <ac:spMkLst>
            <pc:docMk/>
            <pc:sldMk cId="380706649" sldId="261"/>
            <ac:spMk id="3" creationId="{1A43BBFA-6C5C-9CBC-2D6A-20A365A623EF}"/>
          </ac:spMkLst>
        </pc:spChg>
      </pc:sldChg>
      <pc:sldChg chg="addSp delSp modSp">
        <pc:chgData name="Kaul, Rowan A" userId="S::rakaul@cougarnet.uh.edu::557f8585-b814-4514-ae89-45d2c97587e2" providerId="AD" clId="Web-{37F88B4F-1CB3-718A-781C-A4DADE6EA426}" dt="2024-11-07T19:36:37.151" v="62" actId="1076"/>
        <pc:sldMkLst>
          <pc:docMk/>
          <pc:sldMk cId="3182074928" sldId="262"/>
        </pc:sldMkLst>
        <pc:picChg chg="add mod">
          <ac:chgData name="Kaul, Rowan A" userId="S::rakaul@cougarnet.uh.edu::557f8585-b814-4514-ae89-45d2c97587e2" providerId="AD" clId="Web-{37F88B4F-1CB3-718A-781C-A4DADE6EA426}" dt="2024-11-07T19:36:25.681" v="59" actId="1076"/>
          <ac:picMkLst>
            <pc:docMk/>
            <pc:sldMk cId="3182074928" sldId="262"/>
            <ac:picMk id="4" creationId="{078C51BE-50B7-EF7E-238F-0E91C2746B6E}"/>
          </ac:picMkLst>
        </pc:picChg>
        <pc:picChg chg="add mod">
          <ac:chgData name="Kaul, Rowan A" userId="S::rakaul@cougarnet.uh.edu::557f8585-b814-4514-ae89-45d2c97587e2" providerId="AD" clId="Web-{37F88B4F-1CB3-718A-781C-A4DADE6EA426}" dt="2024-11-07T19:36:30.432" v="60" actId="1076"/>
          <ac:picMkLst>
            <pc:docMk/>
            <pc:sldMk cId="3182074928" sldId="262"/>
            <ac:picMk id="5" creationId="{265C19B4-52D8-9AEC-2411-6EC66624DDD8}"/>
          </ac:picMkLst>
        </pc:picChg>
        <pc:picChg chg="add mod">
          <ac:chgData name="Kaul, Rowan A" userId="S::rakaul@cougarnet.uh.edu::557f8585-b814-4514-ae89-45d2c97587e2" providerId="AD" clId="Web-{37F88B4F-1CB3-718A-781C-A4DADE6EA426}" dt="2024-11-07T19:36:32.963" v="61" actId="1076"/>
          <ac:picMkLst>
            <pc:docMk/>
            <pc:sldMk cId="3182074928" sldId="262"/>
            <ac:picMk id="8" creationId="{1F247B3B-B01E-796C-8197-BC0542864AB1}"/>
          </ac:picMkLst>
        </pc:picChg>
        <pc:picChg chg="add mod">
          <ac:chgData name="Kaul, Rowan A" userId="S::rakaul@cougarnet.uh.edu::557f8585-b814-4514-ae89-45d2c97587e2" providerId="AD" clId="Web-{37F88B4F-1CB3-718A-781C-A4DADE6EA426}" dt="2024-11-07T19:36:37.151" v="62" actId="1076"/>
          <ac:picMkLst>
            <pc:docMk/>
            <pc:sldMk cId="3182074928" sldId="262"/>
            <ac:picMk id="10" creationId="{0AF398A0-7BDD-03D6-50DC-C34BCF98B1B0}"/>
          </ac:picMkLst>
        </pc:picChg>
      </pc:sldChg>
      <pc:sldChg chg="modSp new">
        <pc:chgData name="Kaul, Rowan A" userId="S::rakaul@cougarnet.uh.edu::557f8585-b814-4514-ae89-45d2c97587e2" providerId="AD" clId="Web-{37F88B4F-1CB3-718A-781C-A4DADE6EA426}" dt="2024-11-07T19:23:09.260" v="7" actId="20577"/>
        <pc:sldMkLst>
          <pc:docMk/>
          <pc:sldMk cId="1099749490" sldId="267"/>
        </pc:sldMkLst>
        <pc:spChg chg="mod">
          <ac:chgData name="Kaul, Rowan A" userId="S::rakaul@cougarnet.uh.edu::557f8585-b814-4514-ae89-45d2c97587e2" providerId="AD" clId="Web-{37F88B4F-1CB3-718A-781C-A4DADE6EA426}" dt="2024-11-07T19:23:09.260" v="7" actId="20577"/>
          <ac:spMkLst>
            <pc:docMk/>
            <pc:sldMk cId="1099749490" sldId="267"/>
            <ac:spMk id="2" creationId="{9564A1F6-1118-36A4-C7E1-8C01FD48BFED}"/>
          </ac:spMkLst>
        </pc:spChg>
      </pc:sldChg>
    </pc:docChg>
  </pc:docChgLst>
  <pc:docChgLst>
    <pc:chgData name="Gonzalez, Damien" userId="S::dgonza80@cougarnet.uh.edu::41b9c541-e6f5-4cc2-be4c-da35201f5e36" providerId="AD" clId="Web-{AF0EB7B2-CCCF-EE46-8CA7-74C2342DEC21}"/>
    <pc:docChg chg="addSld modSld">
      <pc:chgData name="Gonzalez, Damien" userId="S::dgonza80@cougarnet.uh.edu::41b9c541-e6f5-4cc2-be4c-da35201f5e36" providerId="AD" clId="Web-{AF0EB7B2-CCCF-EE46-8CA7-74C2342DEC21}" dt="2024-10-31T21:18:56.380" v="33" actId="20577"/>
      <pc:docMkLst>
        <pc:docMk/>
      </pc:docMkLst>
      <pc:sldChg chg="modSp new">
        <pc:chgData name="Gonzalez, Damien" userId="S::dgonza80@cougarnet.uh.edu::41b9c541-e6f5-4cc2-be4c-da35201f5e36" providerId="AD" clId="Web-{AF0EB7B2-CCCF-EE46-8CA7-74C2342DEC21}" dt="2024-10-31T21:10:42.391" v="7" actId="20577"/>
        <pc:sldMkLst>
          <pc:docMk/>
          <pc:sldMk cId="289019473" sldId="257"/>
        </pc:sldMkLst>
      </pc:sldChg>
      <pc:sldChg chg="modSp">
        <pc:chgData name="Gonzalez, Damien" userId="S::dgonza80@cougarnet.uh.edu::41b9c541-e6f5-4cc2-be4c-da35201f5e36" providerId="AD" clId="Web-{AF0EB7B2-CCCF-EE46-8CA7-74C2342DEC21}" dt="2024-10-31T21:18:56.380" v="33" actId="20577"/>
        <pc:sldMkLst>
          <pc:docMk/>
          <pc:sldMk cId="1278040523" sldId="257"/>
        </pc:sldMkLst>
      </pc:sldChg>
    </pc:docChg>
  </pc:docChgLst>
  <pc:docChgLst>
    <pc:chgData name="Fuentes, Francisco X" userId="9f9b8566-d8be-43fe-bfab-36ebe4daa3c8" providerId="ADAL" clId="{AB490D55-9ED4-4C07-8ECA-5BE4C0A2F949}"/>
    <pc:docChg chg="custSel modSld">
      <pc:chgData name="Fuentes, Francisco X" userId="9f9b8566-d8be-43fe-bfab-36ebe4daa3c8" providerId="ADAL" clId="{AB490D55-9ED4-4C07-8ECA-5BE4C0A2F949}" dt="2024-11-04T16:06:30.555" v="5" actId="1076"/>
      <pc:docMkLst>
        <pc:docMk/>
      </pc:docMkLst>
      <pc:sldChg chg="modSp mod">
        <pc:chgData name="Fuentes, Francisco X" userId="9f9b8566-d8be-43fe-bfab-36ebe4daa3c8" providerId="ADAL" clId="{AB490D55-9ED4-4C07-8ECA-5BE4C0A2F949}" dt="2024-11-04T16:06:30.555" v="5" actId="1076"/>
        <pc:sldMkLst>
          <pc:docMk/>
          <pc:sldMk cId="4263784267" sldId="263"/>
        </pc:sldMkLst>
        <pc:graphicFrameChg chg="mod modGraphic">
          <ac:chgData name="Fuentes, Francisco X" userId="9f9b8566-d8be-43fe-bfab-36ebe4daa3c8" providerId="ADAL" clId="{AB490D55-9ED4-4C07-8ECA-5BE4C0A2F949}" dt="2024-11-04T16:06:30.555" v="5" actId="1076"/>
          <ac:graphicFrameMkLst>
            <pc:docMk/>
            <pc:sldMk cId="4263784267" sldId="263"/>
            <ac:graphicFrameMk id="4" creationId="{B5CED831-E6DA-221E-2456-42FDEB371821}"/>
          </ac:graphicFrameMkLst>
        </pc:graphicFrameChg>
      </pc:sldChg>
    </pc:docChg>
  </pc:docChgLst>
  <pc:docChgLst>
    <pc:chgData name="Conner, Rebekah A" userId="S::raconner@cougarnet.uh.edu::995bba2d-6ad5-4c72-8768-54cbf8e27f9b" providerId="AD" clId="Web-{7826799E-C76B-D03E-E3E7-9964528E9881}"/>
    <pc:docChg chg="modSld">
      <pc:chgData name="Conner, Rebekah A" userId="S::raconner@cougarnet.uh.edu::995bba2d-6ad5-4c72-8768-54cbf8e27f9b" providerId="AD" clId="Web-{7826799E-C76B-D03E-E3E7-9964528E9881}" dt="2024-10-31T21:29:09.682" v="1" actId="20577"/>
      <pc:docMkLst>
        <pc:docMk/>
      </pc:docMkLst>
      <pc:sldChg chg="modSp">
        <pc:chgData name="Conner, Rebekah A" userId="S::raconner@cougarnet.uh.edu::995bba2d-6ad5-4c72-8768-54cbf8e27f9b" providerId="AD" clId="Web-{7826799E-C76B-D03E-E3E7-9964528E9881}" dt="2024-10-31T21:29:09.682" v="1" actId="20577"/>
        <pc:sldMkLst>
          <pc:docMk/>
          <pc:sldMk cId="380706649" sldId="261"/>
        </pc:sldMkLst>
        <pc:spChg chg="mod">
          <ac:chgData name="Conner, Rebekah A" userId="S::raconner@cougarnet.uh.edu::995bba2d-6ad5-4c72-8768-54cbf8e27f9b" providerId="AD" clId="Web-{7826799E-C76B-D03E-E3E7-9964528E9881}" dt="2024-10-31T21:29:09.682" v="1" actId="20577"/>
          <ac:spMkLst>
            <pc:docMk/>
            <pc:sldMk cId="380706649" sldId="261"/>
            <ac:spMk id="3" creationId="{1A43BBFA-6C5C-9CBC-2D6A-20A365A623EF}"/>
          </ac:spMkLst>
        </pc:spChg>
      </pc:sldChg>
    </pc:docChg>
  </pc:docChgLst>
  <pc:docChgLst>
    <pc:chgData name="Khalil, Rayan I" userId="S::rikhali2@cougarnet.uh.edu::c93d04bf-4177-4d83-8f3f-10e547e7cf6f" providerId="AD" clId="Web-{65D856AE-3CEF-6773-5206-C71738017214}"/>
    <pc:docChg chg="modSld">
      <pc:chgData name="Khalil, Rayan I" userId="S::rikhali2@cougarnet.uh.edu::c93d04bf-4177-4d83-8f3f-10e547e7cf6f" providerId="AD" clId="Web-{65D856AE-3CEF-6773-5206-C71738017214}" dt="2024-11-04T23:48:59.615" v="143"/>
      <pc:docMkLst>
        <pc:docMk/>
      </pc:docMkLst>
      <pc:sldChg chg="addSp delSp modSp">
        <pc:chgData name="Khalil, Rayan I" userId="S::rikhali2@cougarnet.uh.edu::c93d04bf-4177-4d83-8f3f-10e547e7cf6f" providerId="AD" clId="Web-{65D856AE-3CEF-6773-5206-C71738017214}" dt="2024-11-04T23:48:59.615" v="143"/>
        <pc:sldMkLst>
          <pc:docMk/>
          <pc:sldMk cId="223344599" sldId="264"/>
        </pc:sldMkLst>
        <pc:spChg chg="mod">
          <ac:chgData name="Khalil, Rayan I" userId="S::rikhali2@cougarnet.uh.edu::c93d04bf-4177-4d83-8f3f-10e547e7cf6f" providerId="AD" clId="Web-{65D856AE-3CEF-6773-5206-C71738017214}" dt="2024-11-04T23:43:54.759" v="130" actId="20577"/>
          <ac:spMkLst>
            <pc:docMk/>
            <pc:sldMk cId="223344599" sldId="264"/>
            <ac:spMk id="3" creationId="{DEFD2B12-4A98-4226-2BDB-5DA5A230E9EC}"/>
          </ac:spMkLst>
        </pc:spChg>
      </pc:sldChg>
    </pc:docChg>
  </pc:docChgLst>
  <pc:docChgLst>
    <pc:chgData name="Kaul, Rowan A" userId="S::rakaul@cougarnet.uh.edu::557f8585-b814-4514-ae89-45d2c97587e2" providerId="AD" clId="Web-{286AF775-2C36-76B9-A3C7-AE6E7CAC02B4}"/>
    <pc:docChg chg="addSld delSld modSld sldOrd addMainMaster delMainMaster">
      <pc:chgData name="Kaul, Rowan A" userId="S::rakaul@cougarnet.uh.edu::557f8585-b814-4514-ae89-45d2c97587e2" providerId="AD" clId="Web-{286AF775-2C36-76B9-A3C7-AE6E7CAC02B4}" dt="2024-10-31T21:41:56.966" v="1087" actId="20577"/>
      <pc:docMkLst>
        <pc:docMk/>
      </pc:docMkLst>
      <pc:sldChg chg="addSp modSp mod setBg modClrScheme chgLayout">
        <pc:chgData name="Kaul, Rowan A" userId="S::rakaul@cougarnet.uh.edu::557f8585-b814-4514-ae89-45d2c97587e2" providerId="AD" clId="Web-{286AF775-2C36-76B9-A3C7-AE6E7CAC02B4}" dt="2024-10-31T21:10:41.858" v="90" actId="20577"/>
        <pc:sldMkLst>
          <pc:docMk/>
          <pc:sldMk cId="109857222" sldId="256"/>
        </pc:sldMkLst>
        <pc:spChg chg="mod">
          <ac:chgData name="Kaul, Rowan A" userId="S::rakaul@cougarnet.uh.edu::557f8585-b814-4514-ae89-45d2c97587e2" providerId="AD" clId="Web-{286AF775-2C36-76B9-A3C7-AE6E7CAC02B4}" dt="2024-10-31T21:10:28.717" v="72" actId="14100"/>
          <ac:spMkLst>
            <pc:docMk/>
            <pc:sldMk cId="109857222" sldId="256"/>
            <ac:spMk id="2" creationId="{00000000-0000-0000-0000-000000000000}"/>
          </ac:spMkLst>
        </pc:spChg>
        <pc:spChg chg="mod">
          <ac:chgData name="Kaul, Rowan A" userId="S::rakaul@cougarnet.uh.edu::557f8585-b814-4514-ae89-45d2c97587e2" providerId="AD" clId="Web-{286AF775-2C36-76B9-A3C7-AE6E7CAC02B4}" dt="2024-10-31T21:10:41.858" v="90" actId="20577"/>
          <ac:spMkLst>
            <pc:docMk/>
            <pc:sldMk cId="109857222" sldId="256"/>
            <ac:spMk id="3" creationId="{00000000-0000-0000-0000-000000000000}"/>
          </ac:spMkLst>
        </pc:spChg>
        <pc:picChg chg="add">
          <ac:chgData name="Kaul, Rowan A" userId="S::rakaul@cougarnet.uh.edu::557f8585-b814-4514-ae89-45d2c97587e2" providerId="AD" clId="Web-{286AF775-2C36-76B9-A3C7-AE6E7CAC02B4}" dt="2024-10-31T21:08:31.697" v="0"/>
          <ac:picMkLst>
            <pc:docMk/>
            <pc:sldMk cId="109857222" sldId="256"/>
            <ac:picMk id="4" creationId="{0F9A9520-1859-15F3-44AA-669BDFE5F4C8}"/>
          </ac:picMkLst>
        </pc:picChg>
      </pc:sldChg>
      <pc:sldChg chg="modSp del">
        <pc:chgData name="Kaul, Rowan A" userId="S::rakaul@cougarnet.uh.edu::557f8585-b814-4514-ae89-45d2c97587e2" providerId="AD" clId="Web-{286AF775-2C36-76B9-A3C7-AE6E7CAC02B4}" dt="2024-10-31T21:18:21.336" v="114"/>
        <pc:sldMkLst>
          <pc:docMk/>
          <pc:sldMk cId="289019473" sldId="257"/>
        </pc:sldMkLst>
      </pc:sldChg>
      <pc:sldChg chg="modSp new">
        <pc:chgData name="Kaul, Rowan A" userId="S::rakaul@cougarnet.uh.edu::557f8585-b814-4514-ae89-45d2c97587e2" providerId="AD" clId="Web-{286AF775-2C36-76B9-A3C7-AE6E7CAC02B4}" dt="2024-10-31T21:33:23.792" v="557" actId="20577"/>
        <pc:sldMkLst>
          <pc:docMk/>
          <pc:sldMk cId="1278040523" sldId="257"/>
        </pc:sldMkLst>
      </pc:sldChg>
      <pc:sldChg chg="new ord">
        <pc:chgData name="Kaul, Rowan A" userId="S::rakaul@cougarnet.uh.edu::557f8585-b814-4514-ae89-45d2c97587e2" providerId="AD" clId="Web-{286AF775-2C36-76B9-A3C7-AE6E7CAC02B4}" dt="2024-10-31T21:35:28.312" v="642"/>
        <pc:sldMkLst>
          <pc:docMk/>
          <pc:sldMk cId="2732962977" sldId="258"/>
        </pc:sldMkLst>
      </pc:sldChg>
      <pc:sldChg chg="modSp new">
        <pc:chgData name="Kaul, Rowan A" userId="S::rakaul@cougarnet.uh.edu::557f8585-b814-4514-ae89-45d2c97587e2" providerId="AD" clId="Web-{286AF775-2C36-76B9-A3C7-AE6E7CAC02B4}" dt="2024-10-31T21:39:11.539" v="872" actId="20577"/>
        <pc:sldMkLst>
          <pc:docMk/>
          <pc:sldMk cId="947267528" sldId="259"/>
        </pc:sldMkLst>
        <pc:spChg chg="mod">
          <ac:chgData name="Kaul, Rowan A" userId="S::rakaul@cougarnet.uh.edu::557f8585-b814-4514-ae89-45d2c97587e2" providerId="AD" clId="Web-{286AF775-2C36-76B9-A3C7-AE6E7CAC02B4}" dt="2024-10-31T21:33:42.808" v="577" actId="20577"/>
          <ac:spMkLst>
            <pc:docMk/>
            <pc:sldMk cId="947267528" sldId="259"/>
            <ac:spMk id="2" creationId="{9772FB87-31A5-052A-9804-E4DC233FFF57}"/>
          </ac:spMkLst>
        </pc:spChg>
        <pc:spChg chg="mod">
          <ac:chgData name="Kaul, Rowan A" userId="S::rakaul@cougarnet.uh.edu::557f8585-b814-4514-ae89-45d2c97587e2" providerId="AD" clId="Web-{286AF775-2C36-76B9-A3C7-AE6E7CAC02B4}" dt="2024-10-31T21:39:11.539" v="872" actId="20577"/>
          <ac:spMkLst>
            <pc:docMk/>
            <pc:sldMk cId="947267528" sldId="259"/>
            <ac:spMk id="3" creationId="{223EB6EB-DF9B-C638-579C-0CD7F7AC2959}"/>
          </ac:spMkLst>
        </pc:spChg>
      </pc:sldChg>
      <pc:sldChg chg="modSp new">
        <pc:chgData name="Kaul, Rowan A" userId="S::rakaul@cougarnet.uh.edu::557f8585-b814-4514-ae89-45d2c97587e2" providerId="AD" clId="Web-{286AF775-2C36-76B9-A3C7-AE6E7CAC02B4}" dt="2024-10-31T21:35:01.170" v="629" actId="20577"/>
        <pc:sldMkLst>
          <pc:docMk/>
          <pc:sldMk cId="3937623872" sldId="260"/>
        </pc:sldMkLst>
        <pc:spChg chg="mod">
          <ac:chgData name="Kaul, Rowan A" userId="S::rakaul@cougarnet.uh.edu::557f8585-b814-4514-ae89-45d2c97587e2" providerId="AD" clId="Web-{286AF775-2C36-76B9-A3C7-AE6E7CAC02B4}" dt="2024-10-31T21:35:01.170" v="629" actId="20577"/>
          <ac:spMkLst>
            <pc:docMk/>
            <pc:sldMk cId="3937623872" sldId="260"/>
            <ac:spMk id="2" creationId="{7497B057-564A-187B-0A83-83292F1258E8}"/>
          </ac:spMkLst>
        </pc:spChg>
      </pc:sldChg>
      <pc:sldChg chg="modSp new ord">
        <pc:chgData name="Kaul, Rowan A" userId="S::rakaul@cougarnet.uh.edu::557f8585-b814-4514-ae89-45d2c97587e2" providerId="AD" clId="Web-{286AF775-2C36-76B9-A3C7-AE6E7CAC02B4}" dt="2024-10-31T21:33:16.338" v="549" actId="20577"/>
        <pc:sldMkLst>
          <pc:docMk/>
          <pc:sldMk cId="380706649" sldId="261"/>
        </pc:sldMkLst>
        <pc:spChg chg="mod">
          <ac:chgData name="Kaul, Rowan A" userId="S::rakaul@cougarnet.uh.edu::557f8585-b814-4514-ae89-45d2c97587e2" providerId="AD" clId="Web-{286AF775-2C36-76B9-A3C7-AE6E7CAC02B4}" dt="2024-10-31T21:29:49.003" v="507" actId="20577"/>
          <ac:spMkLst>
            <pc:docMk/>
            <pc:sldMk cId="380706649" sldId="261"/>
            <ac:spMk id="2" creationId="{42C488BB-2C41-54BB-9538-9CF60DF7BA5B}"/>
          </ac:spMkLst>
        </pc:spChg>
        <pc:spChg chg="mod">
          <ac:chgData name="Kaul, Rowan A" userId="S::rakaul@cougarnet.uh.edu::557f8585-b814-4514-ae89-45d2c97587e2" providerId="AD" clId="Web-{286AF775-2C36-76B9-A3C7-AE6E7CAC02B4}" dt="2024-10-31T21:33:16.338" v="549" actId="20577"/>
          <ac:spMkLst>
            <pc:docMk/>
            <pc:sldMk cId="380706649" sldId="261"/>
            <ac:spMk id="3" creationId="{1A43BBFA-6C5C-9CBC-2D6A-20A365A623EF}"/>
          </ac:spMkLst>
        </pc:spChg>
      </pc:sldChg>
      <pc:sldChg chg="modSp new">
        <pc:chgData name="Kaul, Rowan A" userId="S::rakaul@cougarnet.uh.edu::557f8585-b814-4514-ae89-45d2c97587e2" providerId="AD" clId="Web-{286AF775-2C36-76B9-A3C7-AE6E7CAC02B4}" dt="2024-10-31T21:41:56.966" v="1087" actId="20577"/>
        <pc:sldMkLst>
          <pc:docMk/>
          <pc:sldMk cId="3182074928" sldId="262"/>
        </pc:sldMkLst>
        <pc:spChg chg="mod">
          <ac:chgData name="Kaul, Rowan A" userId="S::rakaul@cougarnet.uh.edu::557f8585-b814-4514-ae89-45d2c97587e2" providerId="AD" clId="Web-{286AF775-2C36-76B9-A3C7-AE6E7CAC02B4}" dt="2024-10-31T21:35:50.313" v="644" actId="20577"/>
          <ac:spMkLst>
            <pc:docMk/>
            <pc:sldMk cId="3182074928" sldId="262"/>
            <ac:spMk id="2" creationId="{4C22C9BF-3098-B057-B18C-1033F0BBC218}"/>
          </ac:spMkLst>
        </pc:spChg>
        <pc:spChg chg="mod">
          <ac:chgData name="Kaul, Rowan A" userId="S::rakaul@cougarnet.uh.edu::557f8585-b814-4514-ae89-45d2c97587e2" providerId="AD" clId="Web-{286AF775-2C36-76B9-A3C7-AE6E7CAC02B4}" dt="2024-10-31T21:41:56.966" v="1087" actId="20577"/>
          <ac:spMkLst>
            <pc:docMk/>
            <pc:sldMk cId="3182074928" sldId="262"/>
            <ac:spMk id="3" creationId="{5FF40E3A-5847-B3DB-2088-163D9491C8BA}"/>
          </ac:spMkLst>
        </pc:spChg>
      </pc:sldChg>
      <pc:sldChg chg="modSp new">
        <pc:chgData name="Kaul, Rowan A" userId="S::rakaul@cougarnet.uh.edu::557f8585-b814-4514-ae89-45d2c97587e2" providerId="AD" clId="Web-{286AF775-2C36-76B9-A3C7-AE6E7CAC02B4}" dt="2024-10-31T21:39:46.212" v="947" actId="20577"/>
        <pc:sldMkLst>
          <pc:docMk/>
          <pc:sldMk cId="4263784267" sldId="263"/>
        </pc:sldMkLst>
        <pc:spChg chg="mod">
          <ac:chgData name="Kaul, Rowan A" userId="S::rakaul@cougarnet.uh.edu::557f8585-b814-4514-ae89-45d2c97587e2" providerId="AD" clId="Web-{286AF775-2C36-76B9-A3C7-AE6E7CAC02B4}" dt="2024-10-31T21:34:17.700" v="614" actId="20577"/>
          <ac:spMkLst>
            <pc:docMk/>
            <pc:sldMk cId="4263784267" sldId="263"/>
            <ac:spMk id="2" creationId="{5D30461F-0C34-3D54-AD16-94E11DC942F6}"/>
          </ac:spMkLst>
        </pc:spChg>
      </pc:sldChg>
      <pc:sldChg chg="modSp new">
        <pc:chgData name="Kaul, Rowan A" userId="S::rakaul@cougarnet.uh.edu::557f8585-b814-4514-ae89-45d2c97587e2" providerId="AD" clId="Web-{286AF775-2C36-76B9-A3C7-AE6E7CAC02B4}" dt="2024-10-31T21:40:09.134" v="994" actId="20577"/>
        <pc:sldMkLst>
          <pc:docMk/>
          <pc:sldMk cId="223344599" sldId="264"/>
        </pc:sldMkLst>
        <pc:spChg chg="mod">
          <ac:chgData name="Kaul, Rowan A" userId="S::rakaul@cougarnet.uh.edu::557f8585-b814-4514-ae89-45d2c97587e2" providerId="AD" clId="Web-{286AF775-2C36-76B9-A3C7-AE6E7CAC02B4}" dt="2024-10-31T21:34:45.357" v="623" actId="20577"/>
          <ac:spMkLst>
            <pc:docMk/>
            <pc:sldMk cId="223344599" sldId="264"/>
            <ac:spMk id="2" creationId="{7051930C-1053-A38B-BE4C-C533EC4776AE}"/>
          </ac:spMkLst>
        </pc:spChg>
        <pc:spChg chg="mod">
          <ac:chgData name="Kaul, Rowan A" userId="S::rakaul@cougarnet.uh.edu::557f8585-b814-4514-ae89-45d2c97587e2" providerId="AD" clId="Web-{286AF775-2C36-76B9-A3C7-AE6E7CAC02B4}" dt="2024-10-31T21:40:09.134" v="994" actId="20577"/>
          <ac:spMkLst>
            <pc:docMk/>
            <pc:sldMk cId="223344599" sldId="264"/>
            <ac:spMk id="3" creationId="{DEFD2B12-4A98-4226-2BDB-5DA5A230E9EC}"/>
          </ac:spMkLst>
        </pc:spChg>
      </pc:sldChg>
      <pc:sldChg chg="modSp new">
        <pc:chgData name="Kaul, Rowan A" userId="S::rakaul@cougarnet.uh.edu::557f8585-b814-4514-ae89-45d2c97587e2" providerId="AD" clId="Web-{286AF775-2C36-76B9-A3C7-AE6E7CAC02B4}" dt="2024-10-31T21:40:42.323" v="1071" actId="20577"/>
        <pc:sldMkLst>
          <pc:docMk/>
          <pc:sldMk cId="1696102439" sldId="265"/>
        </pc:sldMkLst>
        <pc:spChg chg="mod">
          <ac:chgData name="Kaul, Rowan A" userId="S::rakaul@cougarnet.uh.edu::557f8585-b814-4514-ae89-45d2c97587e2" providerId="AD" clId="Web-{286AF775-2C36-76B9-A3C7-AE6E7CAC02B4}" dt="2024-10-31T21:35:19.483" v="641" actId="20577"/>
          <ac:spMkLst>
            <pc:docMk/>
            <pc:sldMk cId="1696102439" sldId="265"/>
            <ac:spMk id="2" creationId="{51493C1F-5869-9C0C-B156-BC252228C8F7}"/>
          </ac:spMkLst>
        </pc:spChg>
      </pc:sldChg>
      <pc:sldMasterChg chg="del delSldLayout">
        <pc:chgData name="Kaul, Rowan A" userId="S::rakaul@cougarnet.uh.edu::557f8585-b814-4514-ae89-45d2c97587e2" providerId="AD" clId="Web-{286AF775-2C36-76B9-A3C7-AE6E7CAC02B4}" dt="2024-10-31T21:08:31.697" v="0"/>
        <pc:sldMasterMkLst>
          <pc:docMk/>
          <pc:sldMasterMk cId="2460954070" sldId="2147483660"/>
        </pc:sldMasterMkLst>
        <pc:sldLayoutChg chg="del">
          <pc:chgData name="Kaul, Rowan A" userId="S::rakaul@cougarnet.uh.edu::557f8585-b814-4514-ae89-45d2c97587e2" providerId="AD" clId="Web-{286AF775-2C36-76B9-A3C7-AE6E7CAC02B4}" dt="2024-10-31T21:08:31.697" v="0"/>
          <pc:sldLayoutMkLst>
            <pc:docMk/>
            <pc:sldMasterMk cId="2460954070" sldId="2147483660"/>
            <pc:sldLayoutMk cId="2385387890" sldId="2147483661"/>
          </pc:sldLayoutMkLst>
        </pc:sldLayoutChg>
        <pc:sldLayoutChg chg="del">
          <pc:chgData name="Kaul, Rowan A" userId="S::rakaul@cougarnet.uh.edu::557f8585-b814-4514-ae89-45d2c97587e2" providerId="AD" clId="Web-{286AF775-2C36-76B9-A3C7-AE6E7CAC02B4}" dt="2024-10-31T21:08:31.697" v="0"/>
          <pc:sldLayoutMkLst>
            <pc:docMk/>
            <pc:sldMasterMk cId="2460954070" sldId="2147483660"/>
            <pc:sldLayoutMk cId="949138452" sldId="2147483662"/>
          </pc:sldLayoutMkLst>
        </pc:sldLayoutChg>
        <pc:sldLayoutChg chg="del">
          <pc:chgData name="Kaul, Rowan A" userId="S::rakaul@cougarnet.uh.edu::557f8585-b814-4514-ae89-45d2c97587e2" providerId="AD" clId="Web-{286AF775-2C36-76B9-A3C7-AE6E7CAC02B4}" dt="2024-10-31T21:08:31.697" v="0"/>
          <pc:sldLayoutMkLst>
            <pc:docMk/>
            <pc:sldMasterMk cId="2460954070" sldId="2147483660"/>
            <pc:sldLayoutMk cId="2591524520" sldId="2147483663"/>
          </pc:sldLayoutMkLst>
        </pc:sldLayoutChg>
        <pc:sldLayoutChg chg="del">
          <pc:chgData name="Kaul, Rowan A" userId="S::rakaul@cougarnet.uh.edu::557f8585-b814-4514-ae89-45d2c97587e2" providerId="AD" clId="Web-{286AF775-2C36-76B9-A3C7-AE6E7CAC02B4}" dt="2024-10-31T21:08:31.697" v="0"/>
          <pc:sldLayoutMkLst>
            <pc:docMk/>
            <pc:sldMasterMk cId="2460954070" sldId="2147483660"/>
            <pc:sldLayoutMk cId="1203092039" sldId="2147483664"/>
          </pc:sldLayoutMkLst>
        </pc:sldLayoutChg>
        <pc:sldLayoutChg chg="del">
          <pc:chgData name="Kaul, Rowan A" userId="S::rakaul@cougarnet.uh.edu::557f8585-b814-4514-ae89-45d2c97587e2" providerId="AD" clId="Web-{286AF775-2C36-76B9-A3C7-AE6E7CAC02B4}" dt="2024-10-31T21:08:31.697" v="0"/>
          <pc:sldLayoutMkLst>
            <pc:docMk/>
            <pc:sldMasterMk cId="2460954070" sldId="2147483660"/>
            <pc:sldLayoutMk cId="3733172339" sldId="2147483665"/>
          </pc:sldLayoutMkLst>
        </pc:sldLayoutChg>
        <pc:sldLayoutChg chg="del">
          <pc:chgData name="Kaul, Rowan A" userId="S::rakaul@cougarnet.uh.edu::557f8585-b814-4514-ae89-45d2c97587e2" providerId="AD" clId="Web-{286AF775-2C36-76B9-A3C7-AE6E7CAC02B4}" dt="2024-10-31T21:08:31.697" v="0"/>
          <pc:sldLayoutMkLst>
            <pc:docMk/>
            <pc:sldMasterMk cId="2460954070" sldId="2147483660"/>
            <pc:sldLayoutMk cId="3210312558" sldId="2147483666"/>
          </pc:sldLayoutMkLst>
        </pc:sldLayoutChg>
        <pc:sldLayoutChg chg="del">
          <pc:chgData name="Kaul, Rowan A" userId="S::rakaul@cougarnet.uh.edu::557f8585-b814-4514-ae89-45d2c97587e2" providerId="AD" clId="Web-{286AF775-2C36-76B9-A3C7-AE6E7CAC02B4}" dt="2024-10-31T21:08:31.697" v="0"/>
          <pc:sldLayoutMkLst>
            <pc:docMk/>
            <pc:sldMasterMk cId="2460954070" sldId="2147483660"/>
            <pc:sldLayoutMk cId="3146388984" sldId="2147483667"/>
          </pc:sldLayoutMkLst>
        </pc:sldLayoutChg>
        <pc:sldLayoutChg chg="del">
          <pc:chgData name="Kaul, Rowan A" userId="S::rakaul@cougarnet.uh.edu::557f8585-b814-4514-ae89-45d2c97587e2" providerId="AD" clId="Web-{286AF775-2C36-76B9-A3C7-AE6E7CAC02B4}" dt="2024-10-31T21:08:31.697" v="0"/>
          <pc:sldLayoutMkLst>
            <pc:docMk/>
            <pc:sldMasterMk cId="2460954070" sldId="2147483660"/>
            <pc:sldLayoutMk cId="3171841454" sldId="2147483668"/>
          </pc:sldLayoutMkLst>
        </pc:sldLayoutChg>
        <pc:sldLayoutChg chg="del">
          <pc:chgData name="Kaul, Rowan A" userId="S::rakaul@cougarnet.uh.edu::557f8585-b814-4514-ae89-45d2c97587e2" providerId="AD" clId="Web-{286AF775-2C36-76B9-A3C7-AE6E7CAC02B4}" dt="2024-10-31T21:08:31.697" v="0"/>
          <pc:sldLayoutMkLst>
            <pc:docMk/>
            <pc:sldMasterMk cId="2460954070" sldId="2147483660"/>
            <pc:sldLayoutMk cId="1718958274" sldId="2147483669"/>
          </pc:sldLayoutMkLst>
        </pc:sldLayoutChg>
        <pc:sldLayoutChg chg="del">
          <pc:chgData name="Kaul, Rowan A" userId="S::rakaul@cougarnet.uh.edu::557f8585-b814-4514-ae89-45d2c97587e2" providerId="AD" clId="Web-{286AF775-2C36-76B9-A3C7-AE6E7CAC02B4}" dt="2024-10-31T21:08:31.697" v="0"/>
          <pc:sldLayoutMkLst>
            <pc:docMk/>
            <pc:sldMasterMk cId="2460954070" sldId="2147483660"/>
            <pc:sldLayoutMk cId="2202905451" sldId="2147483670"/>
          </pc:sldLayoutMkLst>
        </pc:sldLayoutChg>
        <pc:sldLayoutChg chg="del">
          <pc:chgData name="Kaul, Rowan A" userId="S::rakaul@cougarnet.uh.edu::557f8585-b814-4514-ae89-45d2c97587e2" providerId="AD" clId="Web-{286AF775-2C36-76B9-A3C7-AE6E7CAC02B4}" dt="2024-10-31T21:08:31.697" v="0"/>
          <pc:sldLayoutMkLst>
            <pc:docMk/>
            <pc:sldMasterMk cId="2460954070" sldId="2147483660"/>
            <pc:sldLayoutMk cId="3479445657" sldId="2147483671"/>
          </pc:sldLayoutMkLst>
        </pc:sldLayoutChg>
      </pc:sldMasterChg>
      <pc:sldMasterChg chg="add addSldLayout">
        <pc:chgData name="Kaul, Rowan A" userId="S::rakaul@cougarnet.uh.edu::557f8585-b814-4514-ae89-45d2c97587e2" providerId="AD" clId="Web-{286AF775-2C36-76B9-A3C7-AE6E7CAC02B4}" dt="2024-10-31T21:08:31.697" v="0"/>
        <pc:sldMasterMkLst>
          <pc:docMk/>
          <pc:sldMasterMk cId="1846415786" sldId="2147483737"/>
        </pc:sldMasterMkLst>
        <pc:sldLayoutChg chg="add">
          <pc:chgData name="Kaul, Rowan A" userId="S::rakaul@cougarnet.uh.edu::557f8585-b814-4514-ae89-45d2c97587e2" providerId="AD" clId="Web-{286AF775-2C36-76B9-A3C7-AE6E7CAC02B4}" dt="2024-10-31T21:08:31.697" v="0"/>
          <pc:sldLayoutMkLst>
            <pc:docMk/>
            <pc:sldMasterMk cId="1846415786" sldId="2147483737"/>
            <pc:sldLayoutMk cId="1846507014" sldId="2147483726"/>
          </pc:sldLayoutMkLst>
        </pc:sldLayoutChg>
        <pc:sldLayoutChg chg="add">
          <pc:chgData name="Kaul, Rowan A" userId="S::rakaul@cougarnet.uh.edu::557f8585-b814-4514-ae89-45d2c97587e2" providerId="AD" clId="Web-{286AF775-2C36-76B9-A3C7-AE6E7CAC02B4}" dt="2024-10-31T21:08:31.697" v="0"/>
          <pc:sldLayoutMkLst>
            <pc:docMk/>
            <pc:sldMasterMk cId="1846415786" sldId="2147483737"/>
            <pc:sldLayoutMk cId="209154062" sldId="2147483727"/>
          </pc:sldLayoutMkLst>
        </pc:sldLayoutChg>
        <pc:sldLayoutChg chg="add">
          <pc:chgData name="Kaul, Rowan A" userId="S::rakaul@cougarnet.uh.edu::557f8585-b814-4514-ae89-45d2c97587e2" providerId="AD" clId="Web-{286AF775-2C36-76B9-A3C7-AE6E7CAC02B4}" dt="2024-10-31T21:08:31.697" v="0"/>
          <pc:sldLayoutMkLst>
            <pc:docMk/>
            <pc:sldMasterMk cId="1846415786" sldId="2147483737"/>
            <pc:sldLayoutMk cId="2872351758" sldId="2147483728"/>
          </pc:sldLayoutMkLst>
        </pc:sldLayoutChg>
        <pc:sldLayoutChg chg="add">
          <pc:chgData name="Kaul, Rowan A" userId="S::rakaul@cougarnet.uh.edu::557f8585-b814-4514-ae89-45d2c97587e2" providerId="AD" clId="Web-{286AF775-2C36-76B9-A3C7-AE6E7CAC02B4}" dt="2024-10-31T21:08:31.697" v="0"/>
          <pc:sldLayoutMkLst>
            <pc:docMk/>
            <pc:sldMasterMk cId="1846415786" sldId="2147483737"/>
            <pc:sldLayoutMk cId="3898478594" sldId="2147483729"/>
          </pc:sldLayoutMkLst>
        </pc:sldLayoutChg>
        <pc:sldLayoutChg chg="add">
          <pc:chgData name="Kaul, Rowan A" userId="S::rakaul@cougarnet.uh.edu::557f8585-b814-4514-ae89-45d2c97587e2" providerId="AD" clId="Web-{286AF775-2C36-76B9-A3C7-AE6E7CAC02B4}" dt="2024-10-31T21:08:31.697" v="0"/>
          <pc:sldLayoutMkLst>
            <pc:docMk/>
            <pc:sldMasterMk cId="1846415786" sldId="2147483737"/>
            <pc:sldLayoutMk cId="4102050822" sldId="2147483730"/>
          </pc:sldLayoutMkLst>
        </pc:sldLayoutChg>
        <pc:sldLayoutChg chg="add">
          <pc:chgData name="Kaul, Rowan A" userId="S::rakaul@cougarnet.uh.edu::557f8585-b814-4514-ae89-45d2c97587e2" providerId="AD" clId="Web-{286AF775-2C36-76B9-A3C7-AE6E7CAC02B4}" dt="2024-10-31T21:08:31.697" v="0"/>
          <pc:sldLayoutMkLst>
            <pc:docMk/>
            <pc:sldMasterMk cId="1846415786" sldId="2147483737"/>
            <pc:sldLayoutMk cId="3328472242" sldId="2147483731"/>
          </pc:sldLayoutMkLst>
        </pc:sldLayoutChg>
        <pc:sldLayoutChg chg="add">
          <pc:chgData name="Kaul, Rowan A" userId="S::rakaul@cougarnet.uh.edu::557f8585-b814-4514-ae89-45d2c97587e2" providerId="AD" clId="Web-{286AF775-2C36-76B9-A3C7-AE6E7CAC02B4}" dt="2024-10-31T21:08:31.697" v="0"/>
          <pc:sldLayoutMkLst>
            <pc:docMk/>
            <pc:sldMasterMk cId="1846415786" sldId="2147483737"/>
            <pc:sldLayoutMk cId="2263035804" sldId="2147483732"/>
          </pc:sldLayoutMkLst>
        </pc:sldLayoutChg>
        <pc:sldLayoutChg chg="add">
          <pc:chgData name="Kaul, Rowan A" userId="S::rakaul@cougarnet.uh.edu::557f8585-b814-4514-ae89-45d2c97587e2" providerId="AD" clId="Web-{286AF775-2C36-76B9-A3C7-AE6E7CAC02B4}" dt="2024-10-31T21:08:31.697" v="0"/>
          <pc:sldLayoutMkLst>
            <pc:docMk/>
            <pc:sldMasterMk cId="1846415786" sldId="2147483737"/>
            <pc:sldLayoutMk cId="2263666990" sldId="2147483733"/>
          </pc:sldLayoutMkLst>
        </pc:sldLayoutChg>
        <pc:sldLayoutChg chg="add">
          <pc:chgData name="Kaul, Rowan A" userId="S::rakaul@cougarnet.uh.edu::557f8585-b814-4514-ae89-45d2c97587e2" providerId="AD" clId="Web-{286AF775-2C36-76B9-A3C7-AE6E7CAC02B4}" dt="2024-10-31T21:08:31.697" v="0"/>
          <pc:sldLayoutMkLst>
            <pc:docMk/>
            <pc:sldMasterMk cId="1846415786" sldId="2147483737"/>
            <pc:sldLayoutMk cId="2089735060" sldId="2147483734"/>
          </pc:sldLayoutMkLst>
        </pc:sldLayoutChg>
        <pc:sldLayoutChg chg="add">
          <pc:chgData name="Kaul, Rowan A" userId="S::rakaul@cougarnet.uh.edu::557f8585-b814-4514-ae89-45d2c97587e2" providerId="AD" clId="Web-{286AF775-2C36-76B9-A3C7-AE6E7CAC02B4}" dt="2024-10-31T21:08:31.697" v="0"/>
          <pc:sldLayoutMkLst>
            <pc:docMk/>
            <pc:sldMasterMk cId="1846415786" sldId="2147483737"/>
            <pc:sldLayoutMk cId="1932163105" sldId="2147483735"/>
          </pc:sldLayoutMkLst>
        </pc:sldLayoutChg>
        <pc:sldLayoutChg chg="add">
          <pc:chgData name="Kaul, Rowan A" userId="S::rakaul@cougarnet.uh.edu::557f8585-b814-4514-ae89-45d2c97587e2" providerId="AD" clId="Web-{286AF775-2C36-76B9-A3C7-AE6E7CAC02B4}" dt="2024-10-31T21:08:31.697" v="0"/>
          <pc:sldLayoutMkLst>
            <pc:docMk/>
            <pc:sldMasterMk cId="1846415786" sldId="2147483737"/>
            <pc:sldLayoutMk cId="3355508563" sldId="2147483736"/>
          </pc:sldLayoutMkLst>
        </pc:sldLayoutChg>
      </pc:sldMasterChg>
    </pc:docChg>
  </pc:docChgLst>
  <pc:docChgLst>
    <pc:chgData name="Khalil, Rayan I" userId="S::rikhali2@cougarnet.uh.edu::c93d04bf-4177-4d83-8f3f-10e547e7cf6f" providerId="AD" clId="Web-{ABEEFD53-8AA6-10CF-923B-01B61920C45A}"/>
    <pc:docChg chg="modSld">
      <pc:chgData name="Khalil, Rayan I" userId="S::rikhali2@cougarnet.uh.edu::c93d04bf-4177-4d83-8f3f-10e547e7cf6f" providerId="AD" clId="Web-{ABEEFD53-8AA6-10CF-923B-01B61920C45A}" dt="2024-11-13T05:25:19.213" v="8" actId="20577"/>
      <pc:docMkLst>
        <pc:docMk/>
      </pc:docMkLst>
      <pc:sldChg chg="modSp">
        <pc:chgData name="Khalil, Rayan I" userId="S::rikhali2@cougarnet.uh.edu::c93d04bf-4177-4d83-8f3f-10e547e7cf6f" providerId="AD" clId="Web-{ABEEFD53-8AA6-10CF-923B-01B61920C45A}" dt="2024-11-13T05:25:19.213" v="8" actId="20577"/>
        <pc:sldMkLst>
          <pc:docMk/>
          <pc:sldMk cId="1099749490" sldId="267"/>
        </pc:sldMkLst>
        <pc:spChg chg="mod">
          <ac:chgData name="Khalil, Rayan I" userId="S::rikhali2@cougarnet.uh.edu::c93d04bf-4177-4d83-8f3f-10e547e7cf6f" providerId="AD" clId="Web-{ABEEFD53-8AA6-10CF-923B-01B61920C45A}" dt="2024-11-13T05:24:54.775" v="4" actId="20577"/>
          <ac:spMkLst>
            <pc:docMk/>
            <pc:sldMk cId="1099749490" sldId="267"/>
            <ac:spMk id="3" creationId="{3AD86D22-EBB8-7D11-ED86-16C41A05BEF1}"/>
          </ac:spMkLst>
        </pc:spChg>
        <pc:spChg chg="mod">
          <ac:chgData name="Khalil, Rayan I" userId="S::rikhali2@cougarnet.uh.edu::c93d04bf-4177-4d83-8f3f-10e547e7cf6f" providerId="AD" clId="Web-{ABEEFD53-8AA6-10CF-923B-01B61920C45A}" dt="2024-11-13T05:25:19.213" v="8" actId="20577"/>
          <ac:spMkLst>
            <pc:docMk/>
            <pc:sldMk cId="1099749490" sldId="267"/>
            <ac:spMk id="5" creationId="{64D04991-23F3-5A04-B985-106FA214CEFF}"/>
          </ac:spMkLst>
        </pc:spChg>
      </pc:sldChg>
    </pc:docChg>
  </pc:docChgLst>
  <pc:docChgLst>
    <pc:chgData name="Fuentes, Francisco X" userId="9f9b8566-d8be-43fe-bfab-36ebe4daa3c8" providerId="ADAL" clId="{22EE91E5-1D72-4A69-B679-806A9DF3C8BB}"/>
    <pc:docChg chg="undo custSel modSld">
      <pc:chgData name="Fuentes, Francisco X" userId="9f9b8566-d8be-43fe-bfab-36ebe4daa3c8" providerId="ADAL" clId="{22EE91E5-1D72-4A69-B679-806A9DF3C8BB}" dt="2024-11-05T04:29:18.022" v="1431" actId="27636"/>
      <pc:docMkLst>
        <pc:docMk/>
      </pc:docMkLst>
      <pc:sldChg chg="delSp delDesignElem">
        <pc:chgData name="Fuentes, Francisco X" userId="9f9b8566-d8be-43fe-bfab-36ebe4daa3c8" providerId="ADAL" clId="{22EE91E5-1D72-4A69-B679-806A9DF3C8BB}" dt="2024-11-03T23:43:13.993" v="1032"/>
        <pc:sldMkLst>
          <pc:docMk/>
          <pc:sldMk cId="109857222" sldId="256"/>
        </pc:sldMkLst>
      </pc:sldChg>
      <pc:sldChg chg="modSp">
        <pc:chgData name="Fuentes, Francisco X" userId="9f9b8566-d8be-43fe-bfab-36ebe4daa3c8" providerId="ADAL" clId="{22EE91E5-1D72-4A69-B679-806A9DF3C8BB}" dt="2024-11-03T23:43:13.993" v="1032"/>
        <pc:sldMkLst>
          <pc:docMk/>
          <pc:sldMk cId="1278040523" sldId="257"/>
        </pc:sldMkLst>
      </pc:sldChg>
      <pc:sldChg chg="modSp mod">
        <pc:chgData name="Fuentes, Francisco X" userId="9f9b8566-d8be-43fe-bfab-36ebe4daa3c8" providerId="ADAL" clId="{22EE91E5-1D72-4A69-B679-806A9DF3C8BB}" dt="2024-11-05T04:29:18.022" v="1431" actId="27636"/>
        <pc:sldMkLst>
          <pc:docMk/>
          <pc:sldMk cId="947267528" sldId="259"/>
        </pc:sldMkLst>
        <pc:spChg chg="mod">
          <ac:chgData name="Fuentes, Francisco X" userId="9f9b8566-d8be-43fe-bfab-36ebe4daa3c8" providerId="ADAL" clId="{22EE91E5-1D72-4A69-B679-806A9DF3C8BB}" dt="2024-11-03T23:43:13.993" v="1032"/>
          <ac:spMkLst>
            <pc:docMk/>
            <pc:sldMk cId="947267528" sldId="259"/>
            <ac:spMk id="2" creationId="{9772FB87-31A5-052A-9804-E4DC233FFF57}"/>
          </ac:spMkLst>
        </pc:spChg>
        <pc:spChg chg="mod">
          <ac:chgData name="Fuentes, Francisco X" userId="9f9b8566-d8be-43fe-bfab-36ebe4daa3c8" providerId="ADAL" clId="{22EE91E5-1D72-4A69-B679-806A9DF3C8BB}" dt="2024-11-05T04:29:18.022" v="1431" actId="27636"/>
          <ac:spMkLst>
            <pc:docMk/>
            <pc:sldMk cId="947267528" sldId="259"/>
            <ac:spMk id="3" creationId="{223EB6EB-DF9B-C638-579C-0CD7F7AC2959}"/>
          </ac:spMkLst>
        </pc:spChg>
      </pc:sldChg>
      <pc:sldChg chg="modSp">
        <pc:chgData name="Fuentes, Francisco X" userId="9f9b8566-d8be-43fe-bfab-36ebe4daa3c8" providerId="ADAL" clId="{22EE91E5-1D72-4A69-B679-806A9DF3C8BB}" dt="2024-11-03T23:43:13.993" v="1032"/>
        <pc:sldMkLst>
          <pc:docMk/>
          <pc:sldMk cId="3937623872" sldId="260"/>
        </pc:sldMkLst>
        <pc:spChg chg="mod">
          <ac:chgData name="Fuentes, Francisco X" userId="9f9b8566-d8be-43fe-bfab-36ebe4daa3c8" providerId="ADAL" clId="{22EE91E5-1D72-4A69-B679-806A9DF3C8BB}" dt="2024-11-03T23:43:13.993" v="1032"/>
          <ac:spMkLst>
            <pc:docMk/>
            <pc:sldMk cId="3937623872" sldId="260"/>
            <ac:spMk id="2" creationId="{7497B057-564A-187B-0A83-83292F1258E8}"/>
          </ac:spMkLst>
        </pc:spChg>
      </pc:sldChg>
      <pc:sldChg chg="modSp mod">
        <pc:chgData name="Fuentes, Francisco X" userId="9f9b8566-d8be-43fe-bfab-36ebe4daa3c8" providerId="ADAL" clId="{22EE91E5-1D72-4A69-B679-806A9DF3C8BB}" dt="2024-11-03T23:43:13.993" v="1032"/>
        <pc:sldMkLst>
          <pc:docMk/>
          <pc:sldMk cId="380706649" sldId="261"/>
        </pc:sldMkLst>
        <pc:spChg chg="mod">
          <ac:chgData name="Fuentes, Francisco X" userId="9f9b8566-d8be-43fe-bfab-36ebe4daa3c8" providerId="ADAL" clId="{22EE91E5-1D72-4A69-B679-806A9DF3C8BB}" dt="2024-11-03T23:43:13.993" v="1032"/>
          <ac:spMkLst>
            <pc:docMk/>
            <pc:sldMk cId="380706649" sldId="261"/>
            <ac:spMk id="2" creationId="{42C488BB-2C41-54BB-9538-9CF60DF7BA5B}"/>
          </ac:spMkLst>
        </pc:spChg>
        <pc:spChg chg="mod">
          <ac:chgData name="Fuentes, Francisco X" userId="9f9b8566-d8be-43fe-bfab-36ebe4daa3c8" providerId="ADAL" clId="{22EE91E5-1D72-4A69-B679-806A9DF3C8BB}" dt="2024-11-03T23:43:13.993" v="1032"/>
          <ac:spMkLst>
            <pc:docMk/>
            <pc:sldMk cId="380706649" sldId="261"/>
            <ac:spMk id="3" creationId="{1A43BBFA-6C5C-9CBC-2D6A-20A365A623EF}"/>
          </ac:spMkLst>
        </pc:spChg>
      </pc:sldChg>
      <pc:sldChg chg="modSp">
        <pc:chgData name="Fuentes, Francisco X" userId="9f9b8566-d8be-43fe-bfab-36ebe4daa3c8" providerId="ADAL" clId="{22EE91E5-1D72-4A69-B679-806A9DF3C8BB}" dt="2024-11-03T23:43:13.993" v="1032"/>
        <pc:sldMkLst>
          <pc:docMk/>
          <pc:sldMk cId="3182074928" sldId="262"/>
        </pc:sldMkLst>
        <pc:spChg chg="mod">
          <ac:chgData name="Fuentes, Francisco X" userId="9f9b8566-d8be-43fe-bfab-36ebe4daa3c8" providerId="ADAL" clId="{22EE91E5-1D72-4A69-B679-806A9DF3C8BB}" dt="2024-11-03T23:43:13.993" v="1032"/>
          <ac:spMkLst>
            <pc:docMk/>
            <pc:sldMk cId="3182074928" sldId="262"/>
            <ac:spMk id="2" creationId="{4C22C9BF-3098-B057-B18C-1033F0BBC218}"/>
          </ac:spMkLst>
        </pc:spChg>
        <pc:spChg chg="mod">
          <ac:chgData name="Fuentes, Francisco X" userId="9f9b8566-d8be-43fe-bfab-36ebe4daa3c8" providerId="ADAL" clId="{22EE91E5-1D72-4A69-B679-806A9DF3C8BB}" dt="2024-11-03T23:43:13.993" v="1032"/>
          <ac:spMkLst>
            <pc:docMk/>
            <pc:sldMk cId="3182074928" sldId="262"/>
            <ac:spMk id="3" creationId="{5FF40E3A-5847-B3DB-2088-163D9491C8BA}"/>
          </ac:spMkLst>
        </pc:spChg>
      </pc:sldChg>
      <pc:sldChg chg="addSp delSp modSp mod setBg modClrScheme delDesignElem chgLayout modNotesTx">
        <pc:chgData name="Fuentes, Francisco X" userId="9f9b8566-d8be-43fe-bfab-36ebe4daa3c8" providerId="ADAL" clId="{22EE91E5-1D72-4A69-B679-806A9DF3C8BB}" dt="2024-11-05T04:27:03.398" v="1418" actId="20577"/>
        <pc:sldMkLst>
          <pc:docMk/>
          <pc:sldMk cId="4263784267" sldId="263"/>
        </pc:sldMkLst>
        <pc:spChg chg="mod ord">
          <ac:chgData name="Fuentes, Francisco X" userId="9f9b8566-d8be-43fe-bfab-36ebe4daa3c8" providerId="ADAL" clId="{22EE91E5-1D72-4A69-B679-806A9DF3C8BB}" dt="2024-11-04T23:33:29.064" v="1401" actId="1076"/>
          <ac:spMkLst>
            <pc:docMk/>
            <pc:sldMk cId="4263784267" sldId="263"/>
            <ac:spMk id="2" creationId="{5D30461F-0C34-3D54-AD16-94E11DC942F6}"/>
          </ac:spMkLst>
        </pc:spChg>
        <pc:spChg chg="add mod ord">
          <ac:chgData name="Fuentes, Francisco X" userId="9f9b8566-d8be-43fe-bfab-36ebe4daa3c8" providerId="ADAL" clId="{22EE91E5-1D72-4A69-B679-806A9DF3C8BB}" dt="2024-11-05T04:27:03.398" v="1418" actId="20577"/>
          <ac:spMkLst>
            <pc:docMk/>
            <pc:sldMk cId="4263784267" sldId="263"/>
            <ac:spMk id="12" creationId="{55D8D656-7080-7EBB-0582-EF6BBC03995E}"/>
          </ac:spMkLst>
        </pc:spChg>
        <pc:graphicFrameChg chg="add mod modGraphic">
          <ac:chgData name="Fuentes, Francisco X" userId="9f9b8566-d8be-43fe-bfab-36ebe4daa3c8" providerId="ADAL" clId="{22EE91E5-1D72-4A69-B679-806A9DF3C8BB}" dt="2024-11-04T23:38:02.267" v="1409" actId="12385"/>
          <ac:graphicFrameMkLst>
            <pc:docMk/>
            <pc:sldMk cId="4263784267" sldId="263"/>
            <ac:graphicFrameMk id="4" creationId="{B5CED831-E6DA-221E-2456-42FDEB371821}"/>
          </ac:graphicFrameMkLst>
        </pc:graphicFrameChg>
      </pc:sldChg>
      <pc:sldChg chg="modSp mod">
        <pc:chgData name="Fuentes, Francisco X" userId="9f9b8566-d8be-43fe-bfab-36ebe4daa3c8" providerId="ADAL" clId="{22EE91E5-1D72-4A69-B679-806A9DF3C8BB}" dt="2024-11-05T04:27:26.915" v="1427" actId="5793"/>
        <pc:sldMkLst>
          <pc:docMk/>
          <pc:sldMk cId="223344599" sldId="264"/>
        </pc:sldMkLst>
        <pc:spChg chg="mod">
          <ac:chgData name="Fuentes, Francisco X" userId="9f9b8566-d8be-43fe-bfab-36ebe4daa3c8" providerId="ADAL" clId="{22EE91E5-1D72-4A69-B679-806A9DF3C8BB}" dt="2024-11-03T23:43:13.993" v="1032"/>
          <ac:spMkLst>
            <pc:docMk/>
            <pc:sldMk cId="223344599" sldId="264"/>
            <ac:spMk id="2" creationId="{7051930C-1053-A38B-BE4C-C533EC4776AE}"/>
          </ac:spMkLst>
        </pc:spChg>
        <pc:spChg chg="mod">
          <ac:chgData name="Fuentes, Francisco X" userId="9f9b8566-d8be-43fe-bfab-36ebe4daa3c8" providerId="ADAL" clId="{22EE91E5-1D72-4A69-B679-806A9DF3C8BB}" dt="2024-11-05T04:27:26.915" v="1427" actId="5793"/>
          <ac:spMkLst>
            <pc:docMk/>
            <pc:sldMk cId="223344599" sldId="264"/>
            <ac:spMk id="3" creationId="{DEFD2B12-4A98-4226-2BDB-5DA5A230E9EC}"/>
          </ac:spMkLst>
        </pc:spChg>
      </pc:sldChg>
      <pc:sldChg chg="modSp">
        <pc:chgData name="Fuentes, Francisco X" userId="9f9b8566-d8be-43fe-bfab-36ebe4daa3c8" providerId="ADAL" clId="{22EE91E5-1D72-4A69-B679-806A9DF3C8BB}" dt="2024-11-03T23:43:13.993" v="1032"/>
        <pc:sldMkLst>
          <pc:docMk/>
          <pc:sldMk cId="1696102439" sldId="265"/>
        </pc:sldMkLst>
        <pc:spChg chg="mod">
          <ac:chgData name="Fuentes, Francisco X" userId="9f9b8566-d8be-43fe-bfab-36ebe4daa3c8" providerId="ADAL" clId="{22EE91E5-1D72-4A69-B679-806A9DF3C8BB}" dt="2024-11-03T23:43:13.993" v="1032"/>
          <ac:spMkLst>
            <pc:docMk/>
            <pc:sldMk cId="1696102439" sldId="265"/>
            <ac:spMk id="2" creationId="{51493C1F-5869-9C0C-B156-BC252228C8F7}"/>
          </ac:spMkLst>
        </pc:spChg>
      </pc:sldChg>
    </pc:docChg>
  </pc:docChgLst>
  <pc:docChgLst>
    <pc:chgData name="Conner, Rebekah A" userId="995bba2d-6ad5-4c72-8768-54cbf8e27f9b" providerId="ADAL" clId="{73645A82-358C-2446-9F52-895818AFA034}"/>
    <pc:docChg chg="modSld">
      <pc:chgData name="Conner, Rebekah A" userId="995bba2d-6ad5-4c72-8768-54cbf8e27f9b" providerId="ADAL" clId="{73645A82-358C-2446-9F52-895818AFA034}" dt="2024-11-07T19:25:36.547" v="2" actId="1076"/>
      <pc:docMkLst>
        <pc:docMk/>
      </pc:docMkLst>
      <pc:sldChg chg="modSp">
        <pc:chgData name="Conner, Rebekah A" userId="995bba2d-6ad5-4c72-8768-54cbf8e27f9b" providerId="ADAL" clId="{73645A82-358C-2446-9F52-895818AFA034}" dt="2024-11-07T19:25:36.547" v="2" actId="1076"/>
        <pc:sldMkLst>
          <pc:docMk/>
          <pc:sldMk cId="109857222" sldId="256"/>
        </pc:sldMkLst>
        <pc:spChg chg="mod">
          <ac:chgData name="Conner, Rebekah A" userId="995bba2d-6ad5-4c72-8768-54cbf8e27f9b" providerId="ADAL" clId="{73645A82-358C-2446-9F52-895818AFA034}" dt="2024-11-07T19:25:36.547" v="2" actId="1076"/>
          <ac:spMkLst>
            <pc:docMk/>
            <pc:sldMk cId="109857222" sldId="256"/>
            <ac:spMk id="3" creationId="{00000000-0000-0000-0000-000000000000}"/>
          </ac:spMkLst>
        </pc:spChg>
        <pc:picChg chg="mod">
          <ac:chgData name="Conner, Rebekah A" userId="995bba2d-6ad5-4c72-8768-54cbf8e27f9b" providerId="ADAL" clId="{73645A82-358C-2446-9F52-895818AFA034}" dt="2024-11-07T19:25:32.176" v="0" actId="1076"/>
          <ac:picMkLst>
            <pc:docMk/>
            <pc:sldMk cId="109857222" sldId="256"/>
            <ac:picMk id="4" creationId="{0F9A9520-1859-15F3-44AA-669BDFE5F4C8}"/>
          </ac:picMkLst>
        </pc:picChg>
      </pc:sldChg>
    </pc:docChg>
  </pc:docChgLst>
  <pc:docChgLst>
    <pc:chgData name="Kaul, Rowan A" userId="S::rakaul@cougarnet.uh.edu::557f8585-b814-4514-ae89-45d2c97587e2" providerId="AD" clId="Web-{17354111-688F-F9BB-A32E-3CF0228C0EBA}"/>
    <pc:docChg chg="addSld delSld modSld sldOrd">
      <pc:chgData name="Kaul, Rowan A" userId="S::rakaul@cougarnet.uh.edu::557f8585-b814-4514-ae89-45d2c97587e2" providerId="AD" clId="Web-{17354111-688F-F9BB-A32E-3CF0228C0EBA}" dt="2024-11-04T00:17:47.341" v="77"/>
      <pc:docMkLst>
        <pc:docMk/>
      </pc:docMkLst>
      <pc:sldChg chg="modSp del">
        <pc:chgData name="Kaul, Rowan A" userId="S::rakaul@cougarnet.uh.edu::557f8585-b814-4514-ae89-45d2c97587e2" providerId="AD" clId="Web-{17354111-688F-F9BB-A32E-3CF0228C0EBA}" dt="2024-11-04T00:13:38.713" v="6"/>
        <pc:sldMkLst>
          <pc:docMk/>
          <pc:sldMk cId="1278040523" sldId="257"/>
        </pc:sldMkLst>
      </pc:sldChg>
      <pc:sldChg chg="ord">
        <pc:chgData name="Kaul, Rowan A" userId="S::rakaul@cougarnet.uh.edu::557f8585-b814-4514-ae89-45d2c97587e2" providerId="AD" clId="Web-{17354111-688F-F9BB-A32E-3CF0228C0EBA}" dt="2024-11-04T00:17:47.341" v="77"/>
        <pc:sldMkLst>
          <pc:docMk/>
          <pc:sldMk cId="2732962977" sldId="258"/>
        </pc:sldMkLst>
      </pc:sldChg>
      <pc:sldChg chg="modSp add replId">
        <pc:chgData name="Kaul, Rowan A" userId="S::rakaul@cougarnet.uh.edu::557f8585-b814-4514-ae89-45d2c97587e2" providerId="AD" clId="Web-{17354111-688F-F9BB-A32E-3CF0228C0EBA}" dt="2024-11-04T00:17:28.512" v="76" actId="20577"/>
        <pc:sldMkLst>
          <pc:docMk/>
          <pc:sldMk cId="3416423704" sldId="266"/>
        </pc:sldMkLst>
      </pc:sldChg>
    </pc:docChg>
  </pc:docChgLst>
  <pc:docChgLst>
    <pc:chgData name="Conner, Rebekah A" userId="S::raconner@cougarnet.uh.edu::995bba2d-6ad5-4c72-8768-54cbf8e27f9b" providerId="AD" clId="Web-{93093FEB-195A-555D-4ED7-E0BD18F4EC4A}"/>
    <pc:docChg chg="modSld">
      <pc:chgData name="Conner, Rebekah A" userId="S::raconner@cougarnet.uh.edu::995bba2d-6ad5-4c72-8768-54cbf8e27f9b" providerId="AD" clId="Web-{93093FEB-195A-555D-4ED7-E0BD18F4EC4A}" dt="2024-11-04T23:42:13.487" v="363"/>
      <pc:docMkLst>
        <pc:docMk/>
      </pc:docMkLst>
      <pc:sldChg chg="addSp delSp modSp mod setBg modClrScheme chgLayout modNotes">
        <pc:chgData name="Conner, Rebekah A" userId="S::raconner@cougarnet.uh.edu::995bba2d-6ad5-4c72-8768-54cbf8e27f9b" providerId="AD" clId="Web-{93093FEB-195A-555D-4ED7-E0BD18F4EC4A}" dt="2024-11-04T23:42:13.487" v="363"/>
        <pc:sldMkLst>
          <pc:docMk/>
          <pc:sldMk cId="1696102439" sldId="265"/>
        </pc:sldMkLst>
        <pc:spChg chg="mod ord">
          <ac:chgData name="Conner, Rebekah A" userId="S::raconner@cougarnet.uh.edu::995bba2d-6ad5-4c72-8768-54cbf8e27f9b" providerId="AD" clId="Web-{93093FEB-195A-555D-4ED7-E0BD18F4EC4A}" dt="2024-11-04T23:42:13.487" v="363"/>
          <ac:spMkLst>
            <pc:docMk/>
            <pc:sldMk cId="1696102439" sldId="265"/>
            <ac:spMk id="2" creationId="{51493C1F-5869-9C0C-B156-BC252228C8F7}"/>
          </ac:spMkLst>
        </pc:spChg>
        <pc:spChg chg="add">
          <ac:chgData name="Conner, Rebekah A" userId="S::raconner@cougarnet.uh.edu::995bba2d-6ad5-4c72-8768-54cbf8e27f9b" providerId="AD" clId="Web-{93093FEB-195A-555D-4ED7-E0BD18F4EC4A}" dt="2024-11-04T23:42:13.487" v="363"/>
          <ac:spMkLst>
            <pc:docMk/>
            <pc:sldMk cId="1696102439" sldId="265"/>
            <ac:spMk id="9" creationId="{5BE2A49E-0BD9-321C-F602-AFA2FCF9B27B}"/>
          </ac:spMkLst>
        </pc:spChg>
        <pc:spChg chg="add">
          <ac:chgData name="Conner, Rebekah A" userId="S::raconner@cougarnet.uh.edu::995bba2d-6ad5-4c72-8768-54cbf8e27f9b" providerId="AD" clId="Web-{93093FEB-195A-555D-4ED7-E0BD18F4EC4A}" dt="2024-11-04T23:42:13.487" v="363"/>
          <ac:spMkLst>
            <pc:docMk/>
            <pc:sldMk cId="1696102439" sldId="265"/>
            <ac:spMk id="11" creationId="{A7E26772-EAFC-10BB-4659-99BF2A8A1546}"/>
          </ac:spMkLst>
        </pc:spChg>
        <pc:spChg chg="add">
          <ac:chgData name="Conner, Rebekah A" userId="S::raconner@cougarnet.uh.edu::995bba2d-6ad5-4c72-8768-54cbf8e27f9b" providerId="AD" clId="Web-{93093FEB-195A-555D-4ED7-E0BD18F4EC4A}" dt="2024-11-04T23:42:13.487" v="363"/>
          <ac:spMkLst>
            <pc:docMk/>
            <pc:sldMk cId="1696102439" sldId="265"/>
            <ac:spMk id="13" creationId="{E4AEFA6A-E623-CF1A-3DDF-C38D3A7E2CE2}"/>
          </ac:spMkLst>
        </pc:spChg>
        <pc:picChg chg="add">
          <ac:chgData name="Conner, Rebekah A" userId="S::raconner@cougarnet.uh.edu::995bba2d-6ad5-4c72-8768-54cbf8e27f9b" providerId="AD" clId="Web-{93093FEB-195A-555D-4ED7-E0BD18F4EC4A}" dt="2024-11-04T23:42:13.487" v="363"/>
          <ac:picMkLst>
            <pc:docMk/>
            <pc:sldMk cId="1696102439" sldId="265"/>
            <ac:picMk id="6" creationId="{91AB4E5A-AFD2-1745-AFE1-685E6F0851CE}"/>
          </ac:picMkLst>
        </pc:picChg>
      </pc:sldChg>
    </pc:docChg>
  </pc:docChgLst>
  <pc:docChgLst>
    <pc:chgData name="Fuentes, Francisco X" userId="S::fxfuent2@cougarnet.uh.edu::9f9b8566-d8be-43fe-bfab-36ebe4daa3c8" providerId="AD" clId="Web-{D878C389-AFA2-54D9-0862-5F36F6CF2421}"/>
    <pc:docChg chg="modSld">
      <pc:chgData name="Fuentes, Francisco X" userId="S::fxfuent2@cougarnet.uh.edu::9f9b8566-d8be-43fe-bfab-36ebe4daa3c8" providerId="AD" clId="Web-{D878C389-AFA2-54D9-0862-5F36F6CF2421}" dt="2024-10-31T21:34:45.753" v="16" actId="20577"/>
      <pc:docMkLst>
        <pc:docMk/>
      </pc:docMkLst>
      <pc:sldChg chg="modSp">
        <pc:chgData name="Fuentes, Francisco X" userId="S::fxfuent2@cougarnet.uh.edu::9f9b8566-d8be-43fe-bfab-36ebe4daa3c8" providerId="AD" clId="Web-{D878C389-AFA2-54D9-0862-5F36F6CF2421}" dt="2024-10-31T21:34:45.753" v="16" actId="20577"/>
        <pc:sldMkLst>
          <pc:docMk/>
          <pc:sldMk cId="3937623872" sldId="260"/>
        </pc:sldMkLst>
        <pc:spChg chg="mod">
          <ac:chgData name="Fuentes, Francisco X" userId="S::fxfuent2@cougarnet.uh.edu::9f9b8566-d8be-43fe-bfab-36ebe4daa3c8" providerId="AD" clId="Web-{D878C389-AFA2-54D9-0862-5F36F6CF2421}" dt="2024-10-31T21:34:45.753" v="16" actId="20577"/>
          <ac:spMkLst>
            <pc:docMk/>
            <pc:sldMk cId="3937623872" sldId="260"/>
            <ac:spMk id="2" creationId="{7497B057-564A-187B-0A83-83292F1258E8}"/>
          </ac:spMkLst>
        </pc:spChg>
      </pc:sldChg>
    </pc:docChg>
  </pc:docChgLst>
  <pc:docChgLst>
    <pc:chgData name="Khalil, Rayan I" userId="S::rikhali2@cougarnet.uh.edu::c93d04bf-4177-4d83-8f3f-10e547e7cf6f" providerId="AD" clId="Web-{8C2ED625-3D84-CD8A-0BC8-5B7E1A3BA438}"/>
    <pc:docChg chg="modSld">
      <pc:chgData name="Khalil, Rayan I" userId="S::rikhali2@cougarnet.uh.edu::c93d04bf-4177-4d83-8f3f-10e547e7cf6f" providerId="AD" clId="Web-{8C2ED625-3D84-CD8A-0BC8-5B7E1A3BA438}" dt="2024-11-13T05:21:24.988" v="2" actId="1076"/>
      <pc:docMkLst>
        <pc:docMk/>
      </pc:docMkLst>
      <pc:sldChg chg="addSp modSp">
        <pc:chgData name="Khalil, Rayan I" userId="S::rikhali2@cougarnet.uh.edu::c93d04bf-4177-4d83-8f3f-10e547e7cf6f" providerId="AD" clId="Web-{8C2ED625-3D84-CD8A-0BC8-5B7E1A3BA438}" dt="2024-11-13T05:21:24.988" v="2" actId="1076"/>
        <pc:sldMkLst>
          <pc:docMk/>
          <pc:sldMk cId="1099749490" sldId="267"/>
        </pc:sldMkLst>
        <pc:spChg chg="add mod">
          <ac:chgData name="Khalil, Rayan I" userId="S::rikhali2@cougarnet.uh.edu::c93d04bf-4177-4d83-8f3f-10e547e7cf6f" providerId="AD" clId="Web-{8C2ED625-3D84-CD8A-0BC8-5B7E1A3BA438}" dt="2024-11-13T05:21:24.988" v="2" actId="1076"/>
          <ac:spMkLst>
            <pc:docMk/>
            <pc:sldMk cId="1099749490" sldId="267"/>
            <ac:spMk id="4" creationId="{53FEA3EC-2211-E21A-F5DD-587507F14B36}"/>
          </ac:spMkLst>
        </pc:spChg>
      </pc:sldChg>
    </pc:docChg>
  </pc:docChgLst>
  <pc:docChgLst>
    <pc:chgData name="Conner, Rebekah A" userId="S::raconner@cougarnet.uh.edu::995bba2d-6ad5-4c72-8768-54cbf8e27f9b" providerId="AD" clId="Web-{0549208A-38C8-595A-D166-95801910B281}"/>
    <pc:docChg chg="modSld">
      <pc:chgData name="Conner, Rebekah A" userId="S::raconner@cougarnet.uh.edu::995bba2d-6ad5-4c72-8768-54cbf8e27f9b" providerId="AD" clId="Web-{0549208A-38C8-595A-D166-95801910B281}" dt="2024-11-12T04:50:48.883" v="308"/>
      <pc:docMkLst>
        <pc:docMk/>
      </pc:docMkLst>
      <pc:sldChg chg="addSp delSp modSp modNotes">
        <pc:chgData name="Conner, Rebekah A" userId="S::raconner@cougarnet.uh.edu::995bba2d-6ad5-4c72-8768-54cbf8e27f9b" providerId="AD" clId="Web-{0549208A-38C8-595A-D166-95801910B281}" dt="2024-11-12T04:50:48.883" v="308"/>
        <pc:sldMkLst>
          <pc:docMk/>
          <pc:sldMk cId="1099749490" sldId="267"/>
        </pc:sldMkLst>
        <pc:spChg chg="mod">
          <ac:chgData name="Conner, Rebekah A" userId="S::raconner@cougarnet.uh.edu::995bba2d-6ad5-4c72-8768-54cbf8e27f9b" providerId="AD" clId="Web-{0549208A-38C8-595A-D166-95801910B281}" dt="2024-11-12T04:41:09.316" v="48" actId="20577"/>
          <ac:spMkLst>
            <pc:docMk/>
            <pc:sldMk cId="1099749490" sldId="267"/>
            <ac:spMk id="3" creationId="{3AD86D22-EBB8-7D11-ED86-16C41A05BEF1}"/>
          </ac:spMkLst>
        </pc:spChg>
        <pc:spChg chg="del">
          <ac:chgData name="Conner, Rebekah A" userId="S::raconner@cougarnet.uh.edu::995bba2d-6ad5-4c72-8768-54cbf8e27f9b" providerId="AD" clId="Web-{0549208A-38C8-595A-D166-95801910B281}" dt="2024-11-12T04:26:35.205" v="6"/>
          <ac:spMkLst>
            <pc:docMk/>
            <pc:sldMk cId="1099749490" sldId="267"/>
            <ac:spMk id="4" creationId="{1E8D1B8F-614D-8364-9838-909A0B4CE548}"/>
          </ac:spMkLst>
        </pc:spChg>
        <pc:spChg chg="mod">
          <ac:chgData name="Conner, Rebekah A" userId="S::raconner@cougarnet.uh.edu::995bba2d-6ad5-4c72-8768-54cbf8e27f9b" providerId="AD" clId="Web-{0549208A-38C8-595A-D166-95801910B281}" dt="2024-11-12T04:41:39.020" v="56" actId="20577"/>
          <ac:spMkLst>
            <pc:docMk/>
            <pc:sldMk cId="1099749490" sldId="267"/>
            <ac:spMk id="5" creationId="{64D04991-23F3-5A04-B985-106FA214CEFF}"/>
          </ac:spMkLst>
        </pc:spChg>
        <pc:spChg chg="del">
          <ac:chgData name="Conner, Rebekah A" userId="S::raconner@cougarnet.uh.edu::995bba2d-6ad5-4c72-8768-54cbf8e27f9b" providerId="AD" clId="Web-{0549208A-38C8-595A-D166-95801910B281}" dt="2024-11-12T04:30:04.260" v="14"/>
          <ac:spMkLst>
            <pc:docMk/>
            <pc:sldMk cId="1099749490" sldId="267"/>
            <ac:spMk id="6" creationId="{88620B5D-02A5-A4D0-3798-B4C23DA70A59}"/>
          </ac:spMkLst>
        </pc:spChg>
        <pc:spChg chg="add del mod">
          <ac:chgData name="Conner, Rebekah A" userId="S::raconner@cougarnet.uh.edu::995bba2d-6ad5-4c72-8768-54cbf8e27f9b" providerId="AD" clId="Web-{0549208A-38C8-595A-D166-95801910B281}" dt="2024-11-12T04:31:00.871" v="22"/>
          <ac:spMkLst>
            <pc:docMk/>
            <pc:sldMk cId="1099749490" sldId="267"/>
            <ac:spMk id="9" creationId="{9905CA2B-D9B9-5650-1362-ED7562DB5719}"/>
          </ac:spMkLst>
        </pc:spChg>
        <pc:spChg chg="add del mod">
          <ac:chgData name="Conner, Rebekah A" userId="S::raconner@cougarnet.uh.edu::995bba2d-6ad5-4c72-8768-54cbf8e27f9b" providerId="AD" clId="Web-{0549208A-38C8-595A-D166-95801910B281}" dt="2024-11-12T04:35:45.304" v="29"/>
          <ac:spMkLst>
            <pc:docMk/>
            <pc:sldMk cId="1099749490" sldId="267"/>
            <ac:spMk id="12" creationId="{EFFC34AE-4932-11A7-FD2F-ADF04AE73F9C}"/>
          </ac:spMkLst>
        </pc:spChg>
        <pc:spChg chg="add del mod">
          <ac:chgData name="Conner, Rebekah A" userId="S::raconner@cougarnet.uh.edu::995bba2d-6ad5-4c72-8768-54cbf8e27f9b" providerId="AD" clId="Web-{0549208A-38C8-595A-D166-95801910B281}" dt="2024-11-12T04:38:55.201" v="39"/>
          <ac:spMkLst>
            <pc:docMk/>
            <pc:sldMk cId="1099749490" sldId="267"/>
            <ac:spMk id="16" creationId="{4C067D77-D90C-255B-30C5-869E9DD6A50A}"/>
          </ac:spMkLst>
        </pc:spChg>
        <pc:spChg chg="add mod">
          <ac:chgData name="Conner, Rebekah A" userId="S::raconner@cougarnet.uh.edu::995bba2d-6ad5-4c72-8768-54cbf8e27f9b" providerId="AD" clId="Web-{0549208A-38C8-595A-D166-95801910B281}" dt="2024-11-12T04:46:05.748" v="178" actId="20577"/>
          <ac:spMkLst>
            <pc:docMk/>
            <pc:sldMk cId="1099749490" sldId="267"/>
            <ac:spMk id="20" creationId="{58717CB3-0A64-FE92-0CD1-06F109EA1E7A}"/>
          </ac:spMkLst>
        </pc:spChg>
        <pc:spChg chg="add mod">
          <ac:chgData name="Conner, Rebekah A" userId="S::raconner@cougarnet.uh.edu::995bba2d-6ad5-4c72-8768-54cbf8e27f9b" providerId="AD" clId="Web-{0549208A-38C8-595A-D166-95801910B281}" dt="2024-11-12T04:45:29.528" v="158" actId="20577"/>
          <ac:spMkLst>
            <pc:docMk/>
            <pc:sldMk cId="1099749490" sldId="267"/>
            <ac:spMk id="22" creationId="{D19952AD-3FAF-49AB-5B8A-15880DCE2188}"/>
          </ac:spMkLst>
        </pc:spChg>
        <pc:picChg chg="add del mod ord">
          <ac:chgData name="Conner, Rebekah A" userId="S::raconner@cougarnet.uh.edu::995bba2d-6ad5-4c72-8768-54cbf8e27f9b" providerId="AD" clId="Web-{0549208A-38C8-595A-D166-95801910B281}" dt="2024-11-12T04:29:52.103" v="13"/>
          <ac:picMkLst>
            <pc:docMk/>
            <pc:sldMk cId="1099749490" sldId="267"/>
            <ac:picMk id="7" creationId="{AB1FF001-09C4-F5A0-E1D9-9884DDA97D73}"/>
          </ac:picMkLst>
        </pc:picChg>
        <pc:picChg chg="add del mod ord">
          <ac:chgData name="Conner, Rebekah A" userId="S::raconner@cougarnet.uh.edu::995bba2d-6ad5-4c72-8768-54cbf8e27f9b" providerId="AD" clId="Web-{0549208A-38C8-595A-D166-95801910B281}" dt="2024-11-12T04:30:51.433" v="20"/>
          <ac:picMkLst>
            <pc:docMk/>
            <pc:sldMk cId="1099749490" sldId="267"/>
            <ac:picMk id="10" creationId="{7E284F41-313D-F42E-1FEC-1BAF01A94325}"/>
          </ac:picMkLst>
        </pc:picChg>
        <pc:picChg chg="add del mod ord">
          <ac:chgData name="Conner, Rebekah A" userId="S::raconner@cougarnet.uh.edu::995bba2d-6ad5-4c72-8768-54cbf8e27f9b" providerId="AD" clId="Web-{0549208A-38C8-595A-D166-95801910B281}" dt="2024-11-12T04:36:23.024" v="35"/>
          <ac:picMkLst>
            <pc:docMk/>
            <pc:sldMk cId="1099749490" sldId="267"/>
            <ac:picMk id="13" creationId="{84C1DA68-0D02-9A69-03D3-8C6498CBCA94}"/>
          </ac:picMkLst>
        </pc:picChg>
        <pc:picChg chg="add del mod ord">
          <ac:chgData name="Conner, Rebekah A" userId="S::raconner@cougarnet.uh.edu::995bba2d-6ad5-4c72-8768-54cbf8e27f9b" providerId="AD" clId="Web-{0549208A-38C8-595A-D166-95801910B281}" dt="2024-11-12T04:41:32.817" v="52"/>
          <ac:picMkLst>
            <pc:docMk/>
            <pc:sldMk cId="1099749490" sldId="267"/>
            <ac:picMk id="14" creationId="{D685EDDF-CC76-CCF2-4E8F-A7121C809897}"/>
          </ac:picMkLst>
        </pc:picChg>
        <pc:picChg chg="add del mod">
          <ac:chgData name="Conner, Rebekah A" userId="S::raconner@cougarnet.uh.edu::995bba2d-6ad5-4c72-8768-54cbf8e27f9b" providerId="AD" clId="Web-{0549208A-38C8-595A-D166-95801910B281}" dt="2024-11-12T04:38:45.467" v="38"/>
          <ac:picMkLst>
            <pc:docMk/>
            <pc:sldMk cId="1099749490" sldId="267"/>
            <ac:picMk id="17" creationId="{E0B2F3B0-E218-28A1-5612-036328388A63}"/>
          </ac:picMkLst>
        </pc:picChg>
        <pc:picChg chg="add del mod ord">
          <ac:chgData name="Conner, Rebekah A" userId="S::raconner@cougarnet.uh.edu::995bba2d-6ad5-4c72-8768-54cbf8e27f9b" providerId="AD" clId="Web-{0549208A-38C8-595A-D166-95801910B281}" dt="2024-11-12T04:44:10.963" v="152"/>
          <ac:picMkLst>
            <pc:docMk/>
            <pc:sldMk cId="1099749490" sldId="267"/>
            <ac:picMk id="18" creationId="{B6D4CCD1-9708-1422-73A1-EC040B463309}"/>
          </ac:picMkLst>
        </pc:picChg>
      </pc:sldChg>
    </pc:docChg>
  </pc:docChgLst>
  <pc:docChgLst>
    <pc:chgData name="Gonzalez, Damien" userId="41b9c541-e6f5-4cc2-be4c-da35201f5e36" providerId="ADAL" clId="{155E1819-8C6C-40CB-86E6-ECA93CF1A77D}"/>
    <pc:docChg chg="undo redo custSel modSld">
      <pc:chgData name="Gonzalez, Damien" userId="41b9c541-e6f5-4cc2-be4c-da35201f5e36" providerId="ADAL" clId="{155E1819-8C6C-40CB-86E6-ECA93CF1A77D}" dt="2024-11-12T19:10:45.320" v="1892" actId="20577"/>
      <pc:docMkLst>
        <pc:docMk/>
      </pc:docMkLst>
      <pc:sldChg chg="modSp mod">
        <pc:chgData name="Gonzalez, Damien" userId="41b9c541-e6f5-4cc2-be4c-da35201f5e36" providerId="ADAL" clId="{155E1819-8C6C-40CB-86E6-ECA93CF1A77D}" dt="2024-11-04T06:28:51.074" v="1821" actId="27636"/>
        <pc:sldMkLst>
          <pc:docMk/>
          <pc:sldMk cId="109857222" sldId="256"/>
        </pc:sldMkLst>
        <pc:spChg chg="mod">
          <ac:chgData name="Gonzalez, Damien" userId="41b9c541-e6f5-4cc2-be4c-da35201f5e36" providerId="ADAL" clId="{155E1819-8C6C-40CB-86E6-ECA93CF1A77D}" dt="2024-11-04T06:28:51.074" v="1821" actId="27636"/>
          <ac:spMkLst>
            <pc:docMk/>
            <pc:sldMk cId="109857222" sldId="256"/>
            <ac:spMk id="3" creationId="{00000000-0000-0000-0000-000000000000}"/>
          </ac:spMkLst>
        </pc:spChg>
        <pc:picChg chg="mod ord">
          <ac:chgData name="Gonzalez, Damien" userId="41b9c541-e6f5-4cc2-be4c-da35201f5e36" providerId="ADAL" clId="{155E1819-8C6C-40CB-86E6-ECA93CF1A77D}" dt="2024-11-04T06:25:09.372" v="1624" actId="171"/>
          <ac:picMkLst>
            <pc:docMk/>
            <pc:sldMk cId="109857222" sldId="256"/>
            <ac:picMk id="4" creationId="{0F9A9520-1859-15F3-44AA-669BDFE5F4C8}"/>
          </ac:picMkLst>
        </pc:picChg>
      </pc:sldChg>
      <pc:sldChg chg="addSp delSp modSp mod modClrScheme chgLayout modNotesTx">
        <pc:chgData name="Gonzalez, Damien" userId="41b9c541-e6f5-4cc2-be4c-da35201f5e36" providerId="ADAL" clId="{155E1819-8C6C-40CB-86E6-ECA93CF1A77D}" dt="2024-11-12T19:10:45.320" v="1892" actId="20577"/>
        <pc:sldMkLst>
          <pc:docMk/>
          <pc:sldMk cId="947267528" sldId="259"/>
        </pc:sldMkLst>
        <pc:spChg chg="mod ord">
          <ac:chgData name="Gonzalez, Damien" userId="41b9c541-e6f5-4cc2-be4c-da35201f5e36" providerId="ADAL" clId="{155E1819-8C6C-40CB-86E6-ECA93CF1A77D}" dt="2024-11-04T06:17:59.873" v="1463" actId="1076"/>
          <ac:spMkLst>
            <pc:docMk/>
            <pc:sldMk cId="947267528" sldId="259"/>
            <ac:spMk id="2" creationId="{9772FB87-31A5-052A-9804-E4DC233FFF57}"/>
          </ac:spMkLst>
        </pc:spChg>
        <pc:spChg chg="mod ord">
          <ac:chgData name="Gonzalez, Damien" userId="41b9c541-e6f5-4cc2-be4c-da35201f5e36" providerId="ADAL" clId="{155E1819-8C6C-40CB-86E6-ECA93CF1A77D}" dt="2024-11-07T20:13:07.250" v="1876" actId="14100"/>
          <ac:spMkLst>
            <pc:docMk/>
            <pc:sldMk cId="947267528" sldId="259"/>
            <ac:spMk id="3" creationId="{223EB6EB-DF9B-C638-579C-0CD7F7AC2959}"/>
          </ac:spMkLst>
        </pc:spChg>
        <pc:picChg chg="add mod">
          <ac:chgData name="Gonzalez, Damien" userId="41b9c541-e6f5-4cc2-be4c-da35201f5e36" providerId="ADAL" clId="{155E1819-8C6C-40CB-86E6-ECA93CF1A77D}" dt="2024-11-07T20:14:29.760" v="1880" actId="1076"/>
          <ac:picMkLst>
            <pc:docMk/>
            <pc:sldMk cId="947267528" sldId="259"/>
            <ac:picMk id="5" creationId="{4897D1E4-459E-7421-FDFC-E1363DE5257A}"/>
          </ac:picMkLst>
        </pc:picChg>
      </pc:sldChg>
    </pc:docChg>
  </pc:docChgLst>
  <pc:docChgLst>
    <pc:chgData name="Ngwakwe, Chibuike C" userId="S::ccngwakw@cougarnet.uh.edu::4d9f16c8-3146-4a0f-9ce4-459a9824111d" providerId="AD" clId="Web-{61A60689-76B7-454E-41A0-E364107C0660}"/>
    <pc:docChg chg="modSld">
      <pc:chgData name="Ngwakwe, Chibuike C" userId="S::ccngwakw@cougarnet.uh.edu::4d9f16c8-3146-4a0f-9ce4-459a9824111d" providerId="AD" clId="Web-{61A60689-76B7-454E-41A0-E364107C0660}" dt="2024-11-04T08:49:39.722" v="770" actId="20577"/>
      <pc:docMkLst>
        <pc:docMk/>
      </pc:docMkLst>
      <pc:sldChg chg="addSp modSp mod modClrScheme chgLayout">
        <pc:chgData name="Ngwakwe, Chibuike C" userId="S::ccngwakw@cougarnet.uh.edu::4d9f16c8-3146-4a0f-9ce4-459a9824111d" providerId="AD" clId="Web-{61A60689-76B7-454E-41A0-E364107C0660}" dt="2024-11-04T08:49:39.722" v="770" actId="20577"/>
        <pc:sldMkLst>
          <pc:docMk/>
          <pc:sldMk cId="223344599" sldId="264"/>
        </pc:sldMkLst>
        <pc:spChg chg="mod ord">
          <ac:chgData name="Ngwakwe, Chibuike C" userId="S::ccngwakw@cougarnet.uh.edu::4d9f16c8-3146-4a0f-9ce4-459a9824111d" providerId="AD" clId="Web-{61A60689-76B7-454E-41A0-E364107C0660}" dt="2024-11-04T06:08:55.512" v="50"/>
          <ac:spMkLst>
            <pc:docMk/>
            <pc:sldMk cId="223344599" sldId="264"/>
            <ac:spMk id="2" creationId="{7051930C-1053-A38B-BE4C-C533EC4776AE}"/>
          </ac:spMkLst>
        </pc:spChg>
        <pc:spChg chg="mod ord">
          <ac:chgData name="Ngwakwe, Chibuike C" userId="S::ccngwakw@cougarnet.uh.edu::4d9f16c8-3146-4a0f-9ce4-459a9824111d" providerId="AD" clId="Web-{61A60689-76B7-454E-41A0-E364107C0660}" dt="2024-11-04T08:49:39.722" v="770" actId="20577"/>
          <ac:spMkLst>
            <pc:docMk/>
            <pc:sldMk cId="223344599" sldId="264"/>
            <ac:spMk id="3" creationId="{DEFD2B12-4A98-4226-2BDB-5DA5A230E9EC}"/>
          </ac:spMkLst>
        </pc:spChg>
        <pc:spChg chg="add mod ord">
          <ac:chgData name="Ngwakwe, Chibuike C" userId="S::ccngwakw@cougarnet.uh.edu::4d9f16c8-3146-4a0f-9ce4-459a9824111d" providerId="AD" clId="Web-{61A60689-76B7-454E-41A0-E364107C0660}" dt="2024-11-04T06:21:12.148" v="556" actId="20577"/>
          <ac:spMkLst>
            <pc:docMk/>
            <pc:sldMk cId="223344599" sldId="264"/>
            <ac:spMk id="4" creationId="{CA47B352-AFCC-B029-E2B3-4D30C6986A9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EC4C3D-AEE9-4D1E-8CFE-A614C5D25E79}" type="datetimeFigureOut">
              <a:rPr lang="en-US" smtClean="0"/>
              <a:t>11/12/2024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9428CB-6549-4F9F-BE0F-649E815638FF}" type="slidenum">
              <a:rPr lang="en-US" smtClean="0"/>
              <a:t>‹#›</a:t>
            </a:fld>
            <a:endParaRPr lang="en-US"/>
          </a:p>
        </p:txBody>
      </p:sp>
    </p:spTree>
    <p:extLst>
      <p:ext uri="{BB962C8B-B14F-4D97-AF65-F5344CB8AC3E}">
        <p14:creationId xmlns:p14="http://schemas.microsoft.com/office/powerpoint/2010/main" val="3591755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order to build a proper recommendation engine, we had to expand from the original 48 frameworks provided by </a:t>
            </a:r>
            <a:r>
              <a:rPr lang="en-US" err="1"/>
              <a:t>Activera</a:t>
            </a:r>
            <a:r>
              <a:rPr lang="en-US"/>
              <a:t> so that results from the engine could include more frameworks or even touch base on more parameters. During our time working on this project, we were able to research and add an additional 52 frameworks (included with PowerPoints) bringing the total pool of frameworks to 100. Our original goal when first starting this project was to bring the total to at least 100 frameworks or above and having completed this we were able to shift to more important parts of the project (defining new parameters) quicker.</a:t>
            </a:r>
          </a:p>
        </p:txBody>
      </p:sp>
      <p:sp>
        <p:nvSpPr>
          <p:cNvPr id="4" name="Slide Number Placeholder 3"/>
          <p:cNvSpPr>
            <a:spLocks noGrp="1"/>
          </p:cNvSpPr>
          <p:nvPr>
            <p:ph type="sldNum" sz="quarter" idx="5"/>
          </p:nvPr>
        </p:nvSpPr>
        <p:spPr/>
        <p:txBody>
          <a:bodyPr/>
          <a:lstStyle/>
          <a:p>
            <a:fld id="{739428CB-6549-4F9F-BE0F-649E815638FF}" type="slidenum">
              <a:rPr lang="en-US" smtClean="0"/>
              <a:t>4</a:t>
            </a:fld>
            <a:endParaRPr lang="en-US"/>
          </a:p>
        </p:txBody>
      </p:sp>
    </p:spTree>
    <p:extLst>
      <p:ext uri="{BB962C8B-B14F-4D97-AF65-F5344CB8AC3E}">
        <p14:creationId xmlns:p14="http://schemas.microsoft.com/office/powerpoint/2010/main" val="2995231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800" b="1" i="0" u="none" strike="noStrike">
                <a:solidFill>
                  <a:srgbClr val="000000"/>
                </a:solidFill>
                <a:effectLst/>
                <a:latin typeface="Arial" panose="020B0604020202020204" pitchFamily="34" charset="0"/>
              </a:rPr>
              <a:t>For Phase Two, we decided to divide 100 frameworks among 8 of us. We used the </a:t>
            </a:r>
            <a:r>
              <a:rPr lang="en-US" sz="1800" b="1" i="0" u="none" strike="noStrike" err="1">
                <a:solidFill>
                  <a:srgbClr val="000000"/>
                </a:solidFill>
                <a:effectLst/>
                <a:latin typeface="Arial" panose="020B0604020202020204" pitchFamily="34" charset="0"/>
              </a:rPr>
              <a:t>Activera</a:t>
            </a:r>
            <a:r>
              <a:rPr lang="en-US" sz="1800" b="1" i="0" u="none" strike="noStrike">
                <a:solidFill>
                  <a:srgbClr val="000000"/>
                </a:solidFill>
                <a:effectLst/>
                <a:latin typeface="Arial" panose="020B0604020202020204" pitchFamily="34" charset="0"/>
              </a:rPr>
              <a:t> </a:t>
            </a:r>
            <a:r>
              <a:rPr lang="en-US" sz="1800" b="1" i="0" u="none" strike="noStrike" err="1">
                <a:solidFill>
                  <a:srgbClr val="000000"/>
                </a:solidFill>
                <a:effectLst/>
                <a:latin typeface="Arial" panose="020B0604020202020204" pitchFamily="34" charset="0"/>
              </a:rPr>
              <a:t>powerpoint</a:t>
            </a:r>
            <a:r>
              <a:rPr lang="en-US" sz="1800" b="1" i="0" u="none" strike="noStrike">
                <a:solidFill>
                  <a:srgbClr val="000000"/>
                </a:solidFill>
                <a:effectLst/>
                <a:latin typeface="Arial" panose="020B0604020202020204" pitchFamily="34" charset="0"/>
              </a:rPr>
              <a:t> template. On the </a:t>
            </a:r>
            <a:r>
              <a:rPr lang="en-US" sz="1800" b="1" i="0" u="none" strike="noStrike" err="1">
                <a:solidFill>
                  <a:srgbClr val="000000"/>
                </a:solidFill>
                <a:effectLst/>
                <a:latin typeface="Arial" panose="020B0604020202020204" pitchFamily="34" charset="0"/>
              </a:rPr>
              <a:t>powerpoints</a:t>
            </a:r>
            <a:r>
              <a:rPr lang="en-US" sz="1800" b="1" i="0" u="none" strike="noStrike">
                <a:solidFill>
                  <a:srgbClr val="000000"/>
                </a:solidFill>
                <a:effectLst/>
                <a:latin typeface="Arial" panose="020B0604020202020204" pitchFamily="34" charset="0"/>
              </a:rPr>
              <a:t> we mentioned some quick definitions, key concepts, client use examples, strengths vs weaknesses, and a graph to show the effectiveness of the framework. Breaking down each framework on these </a:t>
            </a:r>
            <a:r>
              <a:rPr lang="en-US" sz="1800" b="1" i="0" u="none" strike="noStrike" err="1">
                <a:solidFill>
                  <a:srgbClr val="000000"/>
                </a:solidFill>
                <a:effectLst/>
                <a:latin typeface="Arial" panose="020B0604020202020204" pitchFamily="34" charset="0"/>
              </a:rPr>
              <a:t>powerpoints</a:t>
            </a:r>
            <a:r>
              <a:rPr lang="en-US" sz="1800" b="1" i="0" u="none" strike="noStrike">
                <a:solidFill>
                  <a:srgbClr val="000000"/>
                </a:solidFill>
                <a:effectLst/>
                <a:latin typeface="Arial" panose="020B0604020202020204" pitchFamily="34" charset="0"/>
              </a:rPr>
              <a:t> will help show how to execute each framework effectively. </a:t>
            </a:r>
            <a:endParaRPr lang="en-US" b="0">
              <a:effectLst/>
            </a:endParaRPr>
          </a:p>
          <a:p>
            <a:br>
              <a:rPr lang="en-US"/>
            </a:br>
            <a:endParaRPr lang="en-US"/>
          </a:p>
        </p:txBody>
      </p:sp>
      <p:sp>
        <p:nvSpPr>
          <p:cNvPr id="4" name="Slide Number Placeholder 3"/>
          <p:cNvSpPr>
            <a:spLocks noGrp="1"/>
          </p:cNvSpPr>
          <p:nvPr>
            <p:ph type="sldNum" sz="quarter" idx="5"/>
          </p:nvPr>
        </p:nvSpPr>
        <p:spPr/>
        <p:txBody>
          <a:bodyPr/>
          <a:lstStyle/>
          <a:p>
            <a:fld id="{739428CB-6549-4F9F-BE0F-649E815638FF}" type="slidenum">
              <a:rPr lang="en-US" smtClean="0"/>
              <a:t>5</a:t>
            </a:fld>
            <a:endParaRPr lang="en-US"/>
          </a:p>
        </p:txBody>
      </p:sp>
    </p:spTree>
    <p:extLst>
      <p:ext uri="{BB962C8B-B14F-4D97-AF65-F5344CB8AC3E}">
        <p14:creationId xmlns:p14="http://schemas.microsoft.com/office/powerpoint/2010/main" val="2146166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t>Our objective was to ensure that the frameworks matched the client’s resources for tailored framework recommendations.</a:t>
            </a:r>
            <a:endParaRPr lang="en-US" sz="1200" b="1">
              <a:latin typeface="+mn-lt"/>
            </a:endParaRPr>
          </a:p>
          <a:p>
            <a:pPr marL="0" indent="0">
              <a:lnSpc>
                <a:spcPct val="150000"/>
              </a:lnSpc>
              <a:buNone/>
            </a:pPr>
            <a:endParaRPr lang="en-US" sz="1200" b="1">
              <a:latin typeface="+mn-lt"/>
            </a:endParaRPr>
          </a:p>
          <a:p>
            <a:pPr marL="228600" indent="-228600">
              <a:lnSpc>
                <a:spcPct val="150000"/>
              </a:lnSpc>
              <a:buAutoNum type="arabicPeriod"/>
            </a:pPr>
            <a:r>
              <a:rPr lang="en-US" sz="1200" b="1">
                <a:latin typeface="+mn-lt"/>
              </a:rPr>
              <a:t>Ease of Integration</a:t>
            </a:r>
            <a:r>
              <a:rPr lang="en-US" sz="1200">
                <a:latin typeface="+mn-lt"/>
              </a:rPr>
              <a:t>: Replacing "Planning Type" with "Ease of Integration" enhances user experience by broadening framework choices and reducing constraints on client options.</a:t>
            </a:r>
          </a:p>
          <a:p>
            <a:pPr marL="228600" indent="-228600">
              <a:lnSpc>
                <a:spcPct val="150000"/>
              </a:lnSpc>
              <a:buAutoNum type="arabicPeriod"/>
            </a:pPr>
            <a:r>
              <a:rPr lang="en-US" sz="1200" b="1">
                <a:latin typeface="+mn-lt"/>
              </a:rPr>
              <a:t>Market Dynamics</a:t>
            </a:r>
            <a:r>
              <a:rPr lang="en-US" sz="1200">
                <a:latin typeface="+mn-lt"/>
              </a:rPr>
              <a:t>: Understanding market stability (volatile vs. stable) helps tailor framework recommendations to expected changes in daily operations.</a:t>
            </a:r>
          </a:p>
          <a:p>
            <a:pPr marL="228600" indent="-228600">
              <a:lnSpc>
                <a:spcPct val="150000"/>
              </a:lnSpc>
              <a:buAutoNum type="arabicPeriod"/>
            </a:pPr>
            <a:r>
              <a:rPr lang="en-US" sz="1200" b="1">
                <a:latin typeface="+mn-lt"/>
              </a:rPr>
              <a:t>Risk Tolerance</a:t>
            </a:r>
            <a:r>
              <a:rPr lang="en-US" sz="1200">
                <a:latin typeface="+mn-lt"/>
              </a:rPr>
              <a:t>: High-risk tolerance frameworks offer quicker results with more risk, while low-risk tolerance frameworks ensure gradual progress with less risk.</a:t>
            </a:r>
          </a:p>
          <a:p>
            <a:pPr marL="228600" indent="-228600">
              <a:lnSpc>
                <a:spcPct val="150000"/>
              </a:lnSpc>
              <a:buAutoNum type="arabicPeriod"/>
            </a:pPr>
            <a:r>
              <a:rPr lang="en-US" sz="1200" b="1">
                <a:latin typeface="+mn-lt"/>
              </a:rPr>
              <a:t>Organization Structure &amp; Size</a:t>
            </a:r>
            <a:r>
              <a:rPr lang="en-US" sz="1200">
                <a:latin typeface="+mn-lt"/>
              </a:rPr>
              <a:t>: Classifying frameworks based on company structure and size filters recommendations, aligning with decision-making flow and resource capacity.</a:t>
            </a:r>
          </a:p>
          <a:p>
            <a:pPr marL="228600" indent="-228600">
              <a:lnSpc>
                <a:spcPct val="150000"/>
              </a:lnSpc>
              <a:buAutoNum type="arabicPeriod"/>
            </a:pPr>
            <a:r>
              <a:rPr lang="en-US" sz="1200" b="1">
                <a:latin typeface="+mn-lt"/>
              </a:rPr>
              <a:t>Refinement Rationale</a:t>
            </a:r>
            <a:r>
              <a:rPr lang="en-US" sz="1200">
                <a:latin typeface="+mn-lt"/>
              </a:rPr>
              <a:t>: Our research showed that frameworks varied beyond initial classifications, prompting the addition of new parameters for better client alignment.</a:t>
            </a:r>
          </a:p>
        </p:txBody>
      </p:sp>
      <p:sp>
        <p:nvSpPr>
          <p:cNvPr id="4" name="Slide Number Placeholder 3"/>
          <p:cNvSpPr>
            <a:spLocks noGrp="1"/>
          </p:cNvSpPr>
          <p:nvPr>
            <p:ph type="sldNum" sz="quarter" idx="5"/>
          </p:nvPr>
        </p:nvSpPr>
        <p:spPr/>
        <p:txBody>
          <a:bodyPr/>
          <a:lstStyle/>
          <a:p>
            <a:fld id="{739428CB-6549-4F9F-BE0F-649E815638FF}" type="slidenum">
              <a:rPr lang="en-US" smtClean="0"/>
              <a:t>6</a:t>
            </a:fld>
            <a:endParaRPr lang="en-US"/>
          </a:p>
        </p:txBody>
      </p:sp>
    </p:spTree>
    <p:extLst>
      <p:ext uri="{BB962C8B-B14F-4D97-AF65-F5344CB8AC3E}">
        <p14:creationId xmlns:p14="http://schemas.microsoft.com/office/powerpoint/2010/main" val="1871874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120000"/>
              </a:lnSpc>
              <a:spcBef>
                <a:spcPts val="1000"/>
              </a:spcBef>
              <a:buFont typeface="Arial"/>
              <a:buChar char="•"/>
            </a:pPr>
            <a:endParaRPr lang="en-US"/>
          </a:p>
          <a:p>
            <a:pPr marL="285750" indent="-285750">
              <a:lnSpc>
                <a:spcPct val="120000"/>
              </a:lnSpc>
              <a:spcBef>
                <a:spcPts val="1000"/>
              </a:spcBef>
              <a:buFont typeface="Arial"/>
              <a:buChar char="•"/>
            </a:pPr>
            <a:r>
              <a:rPr lang="en-US"/>
              <a:t>One of the key ways we assessed a frameworks classification is by comparing its strengths and weaknesses</a:t>
            </a:r>
          </a:p>
          <a:p>
            <a:pPr marL="285750" indent="-285750">
              <a:lnSpc>
                <a:spcPct val="120000"/>
              </a:lnSpc>
              <a:spcBef>
                <a:spcPts val="1000"/>
              </a:spcBef>
              <a:buFont typeface="Arial"/>
              <a:buChar char="•"/>
            </a:pPr>
            <a:endParaRPr lang="en-US"/>
          </a:p>
          <a:p>
            <a:pPr marL="285750" indent="-285750">
              <a:lnSpc>
                <a:spcPct val="120000"/>
              </a:lnSpc>
              <a:spcBef>
                <a:spcPts val="1000"/>
              </a:spcBef>
              <a:buFont typeface="Arial"/>
              <a:buChar char="•"/>
            </a:pPr>
            <a:r>
              <a:rPr lang="en-US"/>
              <a:t>Ex. A strength of Porter’s value chain analysis is Organizational changes , making "Internal" the most applicable classification </a:t>
            </a:r>
          </a:p>
          <a:p>
            <a:pPr marL="285750" indent="-285750">
              <a:lnSpc>
                <a:spcPct val="120000"/>
              </a:lnSpc>
              <a:spcBef>
                <a:spcPts val="1000"/>
              </a:spcBef>
              <a:buFont typeface="Arial"/>
              <a:buChar char="•"/>
            </a:pPr>
            <a:endParaRPr lang="en-US"/>
          </a:p>
          <a:p>
            <a:pPr marL="285750" indent="-285750">
              <a:lnSpc>
                <a:spcPct val="120000"/>
              </a:lnSpc>
              <a:spcBef>
                <a:spcPts val="1000"/>
              </a:spcBef>
              <a:buFont typeface="Arial"/>
              <a:buChar char="•"/>
            </a:pPr>
            <a:r>
              <a:rPr lang="en-US"/>
              <a:t>By providing practical examples and analyzing strengths and weaknesses  we determined which frameworks belonged in certain classifications</a:t>
            </a:r>
          </a:p>
          <a:p>
            <a:pPr marL="285750" indent="-285750">
              <a:lnSpc>
                <a:spcPct val="120000"/>
              </a:lnSpc>
              <a:spcBef>
                <a:spcPts val="1000"/>
              </a:spcBef>
              <a:buFont typeface="Arial"/>
              <a:buChar char="•"/>
            </a:pPr>
            <a:r>
              <a:rPr lang="en-US"/>
              <a:t>The tornado diagram proved helpful in a situation where there were multiple high risk factors. So Volatile proved most correct.</a:t>
            </a:r>
          </a:p>
        </p:txBody>
      </p:sp>
      <p:sp>
        <p:nvSpPr>
          <p:cNvPr id="4" name="Slide Number Placeholder 3"/>
          <p:cNvSpPr>
            <a:spLocks noGrp="1"/>
          </p:cNvSpPr>
          <p:nvPr>
            <p:ph type="sldNum" sz="quarter" idx="5"/>
          </p:nvPr>
        </p:nvSpPr>
        <p:spPr/>
        <p:txBody>
          <a:bodyPr/>
          <a:lstStyle/>
          <a:p>
            <a:fld id="{739428CB-6549-4F9F-BE0F-649E815638FF}" type="slidenum">
              <a:rPr lang="en-US" smtClean="0"/>
              <a:t>7</a:t>
            </a:fld>
            <a:endParaRPr lang="en-US"/>
          </a:p>
        </p:txBody>
      </p:sp>
    </p:spTree>
    <p:extLst>
      <p:ext uri="{BB962C8B-B14F-4D97-AF65-F5344CB8AC3E}">
        <p14:creationId xmlns:p14="http://schemas.microsoft.com/office/powerpoint/2010/main" val="22339412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Demo 1 should only have one framework recommendation and Demo 2 should have two outputted. I have screenshots of the pivot table output if we want to put that in the slides but I don’t think we'll need them since we're doing a live demo of it. </a:t>
            </a:r>
          </a:p>
        </p:txBody>
      </p:sp>
      <p:sp>
        <p:nvSpPr>
          <p:cNvPr id="4" name="Slide Number Placeholder 3"/>
          <p:cNvSpPr>
            <a:spLocks noGrp="1"/>
          </p:cNvSpPr>
          <p:nvPr>
            <p:ph type="sldNum" sz="quarter" idx="5"/>
          </p:nvPr>
        </p:nvSpPr>
        <p:spPr/>
        <p:txBody>
          <a:bodyPr/>
          <a:lstStyle/>
          <a:p>
            <a:fld id="{739428CB-6549-4F9F-BE0F-649E815638FF}" type="slidenum">
              <a:rPr lang="en-US" smtClean="0"/>
              <a:t>8</a:t>
            </a:fld>
            <a:endParaRPr lang="en-US"/>
          </a:p>
        </p:txBody>
      </p:sp>
    </p:spTree>
    <p:extLst>
      <p:ext uri="{BB962C8B-B14F-4D97-AF65-F5344CB8AC3E}">
        <p14:creationId xmlns:p14="http://schemas.microsoft.com/office/powerpoint/2010/main" val="3721977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39428CB-6549-4F9F-BE0F-649E815638FF}" type="slidenum">
              <a:rPr lang="en-US" smtClean="0"/>
              <a:t>9</a:t>
            </a:fld>
            <a:endParaRPr lang="en-US"/>
          </a:p>
        </p:txBody>
      </p:sp>
    </p:spTree>
    <p:extLst>
      <p:ext uri="{BB962C8B-B14F-4D97-AF65-F5344CB8AC3E}">
        <p14:creationId xmlns:p14="http://schemas.microsoft.com/office/powerpoint/2010/main" val="1396816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we learned:</a:t>
            </a:r>
          </a:p>
          <a:p>
            <a:endParaRPr lang="en-US"/>
          </a:p>
          <a:p>
            <a:r>
              <a:rPr lang="en-US"/>
              <a:t>Throughout this project, our team has gained extensive knowledge and grown considerably. We had the opportunity to explore a diverse set of frameworks, learning how each one could be applied in different contexts to address various challenges. This exposure allowed us to identify the strengths and limitations of each framework and, as a result, develop additional classifications to better organize them. By refining and expanding these classifications, we enhanced the structure and usability of the current framework engine, making it more functional and adaptable. This experience has not only sharpened our technical skills but also fostered a collaborative problem-solving approach that will be invaluable in future projects.</a:t>
            </a:r>
          </a:p>
          <a:p>
            <a:endParaRPr lang="en-US"/>
          </a:p>
          <a:p>
            <a:r>
              <a:rPr lang="en-US"/>
              <a:t>Thanks:</a:t>
            </a:r>
          </a:p>
          <a:p>
            <a:endParaRPr lang="en-US"/>
          </a:p>
          <a:p>
            <a:r>
              <a:rPr lang="en-US"/>
              <a:t>As we conclude this project, I want to extend our heartfelt thanks to </a:t>
            </a:r>
            <a:r>
              <a:rPr lang="en-US" err="1"/>
              <a:t>Activera</a:t>
            </a:r>
            <a:r>
              <a:rPr lang="en-US"/>
              <a:t> Consulting for the opportunity to contribute. We’ve thoroughly enjoyed not only learning about various frameworks but also getting to know </a:t>
            </a:r>
            <a:r>
              <a:rPr lang="en-US" err="1"/>
              <a:t>Activera</a:t>
            </a:r>
            <a:r>
              <a:rPr lang="en-US"/>
              <a:t> itself.</a:t>
            </a:r>
          </a:p>
        </p:txBody>
      </p:sp>
      <p:sp>
        <p:nvSpPr>
          <p:cNvPr id="4" name="Slide Number Placeholder 3"/>
          <p:cNvSpPr>
            <a:spLocks noGrp="1"/>
          </p:cNvSpPr>
          <p:nvPr>
            <p:ph type="sldNum" sz="quarter" idx="5"/>
          </p:nvPr>
        </p:nvSpPr>
        <p:spPr/>
        <p:txBody>
          <a:bodyPr/>
          <a:lstStyle/>
          <a:p>
            <a:fld id="{739428CB-6549-4F9F-BE0F-649E815638FF}" type="slidenum">
              <a:rPr lang="en-US" smtClean="0"/>
              <a:t>10</a:t>
            </a:fld>
            <a:endParaRPr lang="en-US"/>
          </a:p>
        </p:txBody>
      </p:sp>
    </p:spTree>
    <p:extLst>
      <p:ext uri="{BB962C8B-B14F-4D97-AF65-F5344CB8AC3E}">
        <p14:creationId xmlns:p14="http://schemas.microsoft.com/office/powerpoint/2010/main" val="4565955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12BED07-6713-92AA-40AF-AE58F4F83C7A}"/>
              </a:ext>
            </a:extLst>
          </p:cNvPr>
          <p:cNvSpPr>
            <a:spLocks noGrp="1"/>
          </p:cNvSpPr>
          <p:nvPr>
            <p:ph type="subTitle" idx="1"/>
          </p:nvPr>
        </p:nvSpPr>
        <p:spPr>
          <a:xfrm>
            <a:off x="1608406" y="4512376"/>
            <a:ext cx="8639776" cy="900190"/>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C9EF77-BF49-E4C1-0FC7-563354777900}"/>
              </a:ext>
            </a:extLst>
          </p:cNvPr>
          <p:cNvSpPr>
            <a:spLocks noGrp="1"/>
          </p:cNvSpPr>
          <p:nvPr>
            <p:ph type="dt" sz="half" idx="10"/>
          </p:nvPr>
        </p:nvSpPr>
        <p:spPr/>
        <p:txBody>
          <a:bodyPr/>
          <a:lstStyle/>
          <a:p>
            <a:fld id="{E7736193-EDE3-4BB5-AE5F-E6E5472AB8BE}" type="datetimeFigureOut">
              <a:rPr lang="en-US" smtClean="0"/>
              <a:t>11/12/2024</a:t>
            </a:fld>
            <a:endParaRPr lang="en-US"/>
          </a:p>
        </p:txBody>
      </p:sp>
      <p:sp>
        <p:nvSpPr>
          <p:cNvPr id="5" name="Footer Placeholder 4">
            <a:extLst>
              <a:ext uri="{FF2B5EF4-FFF2-40B4-BE49-F238E27FC236}">
                <a16:creationId xmlns:a16="http://schemas.microsoft.com/office/drawing/2014/main" id="{72BD5853-25AA-1C3D-EAD2-496674792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7F0DAD-5850-CAAE-CD25-4D6DDDFF3A18}"/>
              </a:ext>
            </a:extLst>
          </p:cNvPr>
          <p:cNvSpPr>
            <a:spLocks noGrp="1"/>
          </p:cNvSpPr>
          <p:nvPr>
            <p:ph type="sldNum" sz="quarter" idx="12"/>
          </p:nvPr>
        </p:nvSpPr>
        <p:spPr/>
        <p:txBody>
          <a:bodyPr/>
          <a:lstStyle/>
          <a:p>
            <a:fld id="{1CC2C9B9-B4B7-45CC-A7EB-16F8BADE9045}" type="slidenum">
              <a:rPr lang="en-US" smtClean="0"/>
              <a:t>‹#›</a:t>
            </a:fld>
            <a:endParaRPr lang="en-US"/>
          </a:p>
        </p:txBody>
      </p:sp>
      <p:sp>
        <p:nvSpPr>
          <p:cNvPr id="2" name="Title 1">
            <a:extLst>
              <a:ext uri="{FF2B5EF4-FFF2-40B4-BE49-F238E27FC236}">
                <a16:creationId xmlns:a16="http://schemas.microsoft.com/office/drawing/2014/main" id="{534851B1-0B20-9549-0D70-886AA9D04532}"/>
              </a:ext>
            </a:extLst>
          </p:cNvPr>
          <p:cNvSpPr>
            <a:spLocks noGrp="1"/>
          </p:cNvSpPr>
          <p:nvPr>
            <p:ph type="ctrTitle"/>
          </p:nvPr>
        </p:nvSpPr>
        <p:spPr>
          <a:xfrm>
            <a:off x="1608406" y="1720884"/>
            <a:ext cx="8639775" cy="2734693"/>
          </a:xfrm>
          <a:noFill/>
        </p:spPr>
        <p:txBody>
          <a:bodyPr anchor="b">
            <a:normAutofit/>
          </a:bodyPr>
          <a:lstStyle>
            <a:lvl1pPr algn="l">
              <a:defRPr sz="3200" spc="530" baseline="0"/>
            </a:lvl1pPr>
          </a:lstStyle>
          <a:p>
            <a:r>
              <a:rPr lang="en-US"/>
              <a:t>Click to edit Master title style</a:t>
            </a:r>
          </a:p>
        </p:txBody>
      </p:sp>
    </p:spTree>
    <p:extLst>
      <p:ext uri="{BB962C8B-B14F-4D97-AF65-F5344CB8AC3E}">
        <p14:creationId xmlns:p14="http://schemas.microsoft.com/office/powerpoint/2010/main" val="2263035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8F26-B5E3-8A90-51FC-8520D1D732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EA4D95-10F3-6212-8302-5610C43E32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81BE7-A53D-441E-0393-0E59412C9117}"/>
              </a:ext>
            </a:extLst>
          </p:cNvPr>
          <p:cNvSpPr>
            <a:spLocks noGrp="1"/>
          </p:cNvSpPr>
          <p:nvPr>
            <p:ph type="dt" sz="half" idx="10"/>
          </p:nvPr>
        </p:nvSpPr>
        <p:spPr/>
        <p:txBody>
          <a:bodyPr/>
          <a:lstStyle/>
          <a:p>
            <a:fld id="{E7736193-EDE3-4BB5-AE5F-E6E5472AB8BE}" type="datetimeFigureOut">
              <a:rPr lang="en-US" smtClean="0"/>
              <a:t>11/12/2024</a:t>
            </a:fld>
            <a:endParaRPr lang="en-US"/>
          </a:p>
        </p:txBody>
      </p:sp>
      <p:sp>
        <p:nvSpPr>
          <p:cNvPr id="5" name="Footer Placeholder 4">
            <a:extLst>
              <a:ext uri="{FF2B5EF4-FFF2-40B4-BE49-F238E27FC236}">
                <a16:creationId xmlns:a16="http://schemas.microsoft.com/office/drawing/2014/main" id="{0DEF10F0-B23F-BF4B-DB66-9BCF734DB9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65DDEC-13A7-D988-D082-03076F80F1F0}"/>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2263666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0CFA-45ED-71B0-EE3E-CCE6D5C19377}"/>
              </a:ext>
            </a:extLst>
          </p:cNvPr>
          <p:cNvSpPr>
            <a:spLocks noGrp="1"/>
          </p:cNvSpPr>
          <p:nvPr>
            <p:ph type="title"/>
          </p:nvPr>
        </p:nvSpPr>
        <p:spPr>
          <a:xfrm>
            <a:off x="1622474" y="2413788"/>
            <a:ext cx="8085116" cy="2737521"/>
          </a:xfrm>
        </p:spPr>
        <p:txBody>
          <a:bodyPr anchor="t">
            <a:normAutofit/>
          </a:bodyPr>
          <a:lstStyle>
            <a:lvl1pPr>
              <a:defRPr sz="3200"/>
            </a:lvl1pPr>
          </a:lstStyle>
          <a:p>
            <a:r>
              <a:rPr lang="en-US"/>
              <a:t>Click to edit Master title style</a:t>
            </a:r>
          </a:p>
        </p:txBody>
      </p:sp>
      <p:sp>
        <p:nvSpPr>
          <p:cNvPr id="3" name="Text Placeholder 2">
            <a:extLst>
              <a:ext uri="{FF2B5EF4-FFF2-40B4-BE49-F238E27FC236}">
                <a16:creationId xmlns:a16="http://schemas.microsoft.com/office/drawing/2014/main" id="{8F37BECA-A01D-7D7A-F2A6-891EC9D22945}"/>
              </a:ext>
            </a:extLst>
          </p:cNvPr>
          <p:cNvSpPr>
            <a:spLocks noGrp="1"/>
          </p:cNvSpPr>
          <p:nvPr>
            <p:ph type="body" idx="1"/>
          </p:nvPr>
        </p:nvSpPr>
        <p:spPr>
          <a:xfrm>
            <a:off x="1622474" y="1351721"/>
            <a:ext cx="8085118" cy="993913"/>
          </a:xfrm>
        </p:spPr>
        <p:txBody>
          <a:bodyPr anchor="b">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716478-6FAF-D420-0B87-6EABB81E887C}"/>
              </a:ext>
            </a:extLst>
          </p:cNvPr>
          <p:cNvSpPr>
            <a:spLocks noGrp="1"/>
          </p:cNvSpPr>
          <p:nvPr>
            <p:ph type="dt" sz="half" idx="10"/>
          </p:nvPr>
        </p:nvSpPr>
        <p:spPr/>
        <p:txBody>
          <a:bodyPr/>
          <a:lstStyle/>
          <a:p>
            <a:fld id="{E7736193-EDE3-4BB5-AE5F-E6E5472AB8BE}" type="datetimeFigureOut">
              <a:rPr lang="en-US" smtClean="0"/>
              <a:t>11/12/2024</a:t>
            </a:fld>
            <a:endParaRPr lang="en-US"/>
          </a:p>
        </p:txBody>
      </p:sp>
      <p:sp>
        <p:nvSpPr>
          <p:cNvPr id="5" name="Footer Placeholder 4">
            <a:extLst>
              <a:ext uri="{FF2B5EF4-FFF2-40B4-BE49-F238E27FC236}">
                <a16:creationId xmlns:a16="http://schemas.microsoft.com/office/drawing/2014/main" id="{87C4289B-CB0D-8AFC-7C02-F755C0DCC8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71E4-8A9E-2A30-D7FE-B3505124BB9D}"/>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208973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7F941-C3A7-545F-8046-C7A9AC80300E}"/>
              </a:ext>
            </a:extLst>
          </p:cNvPr>
          <p:cNvSpPr>
            <a:spLocks noGrp="1"/>
          </p:cNvSpPr>
          <p:nvPr>
            <p:ph type="title"/>
          </p:nvPr>
        </p:nvSpPr>
        <p:spPr>
          <a:xfrm>
            <a:off x="1615817" y="1272209"/>
            <a:ext cx="9164725" cy="1033670"/>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41BD4277-CFAE-EEF6-3346-61F06D5A3945}"/>
              </a:ext>
            </a:extLst>
          </p:cNvPr>
          <p:cNvSpPr>
            <a:spLocks noGrp="1"/>
          </p:cNvSpPr>
          <p:nvPr>
            <p:ph sz="half" idx="1"/>
          </p:nvPr>
        </p:nvSpPr>
        <p:spPr>
          <a:xfrm>
            <a:off x="1615817" y="2425148"/>
            <a:ext cx="4188635" cy="3160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543384-699D-84FC-C8B5-7BDE49BB4478}"/>
              </a:ext>
            </a:extLst>
          </p:cNvPr>
          <p:cNvSpPr>
            <a:spLocks noGrp="1"/>
          </p:cNvSpPr>
          <p:nvPr>
            <p:ph sz="half" idx="2"/>
          </p:nvPr>
        </p:nvSpPr>
        <p:spPr>
          <a:xfrm>
            <a:off x="6371355" y="2425148"/>
            <a:ext cx="4188635" cy="31606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A49386-AFC8-03DA-4563-07B0A0119B1C}"/>
              </a:ext>
            </a:extLst>
          </p:cNvPr>
          <p:cNvSpPr>
            <a:spLocks noGrp="1"/>
          </p:cNvSpPr>
          <p:nvPr>
            <p:ph type="dt" sz="half" idx="10"/>
          </p:nvPr>
        </p:nvSpPr>
        <p:spPr/>
        <p:txBody>
          <a:bodyPr/>
          <a:lstStyle/>
          <a:p>
            <a:fld id="{E7736193-EDE3-4BB5-AE5F-E6E5472AB8BE}" type="datetimeFigureOut">
              <a:rPr lang="en-US" smtClean="0"/>
              <a:t>11/12/2024</a:t>
            </a:fld>
            <a:endParaRPr lang="en-US"/>
          </a:p>
        </p:txBody>
      </p:sp>
      <p:sp>
        <p:nvSpPr>
          <p:cNvPr id="6" name="Footer Placeholder 5">
            <a:extLst>
              <a:ext uri="{FF2B5EF4-FFF2-40B4-BE49-F238E27FC236}">
                <a16:creationId xmlns:a16="http://schemas.microsoft.com/office/drawing/2014/main" id="{23AED60A-7704-31D9-7D4D-65C635EDF8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6927DA-3B5E-13B8-0BA8-5DCFF001E05E}"/>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1932163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7B55A-280B-BDCB-F966-8578DDE741DC}"/>
              </a:ext>
            </a:extLst>
          </p:cNvPr>
          <p:cNvSpPr>
            <a:spLocks noGrp="1"/>
          </p:cNvSpPr>
          <p:nvPr>
            <p:ph type="title"/>
          </p:nvPr>
        </p:nvSpPr>
        <p:spPr>
          <a:xfrm>
            <a:off x="1017442" y="600817"/>
            <a:ext cx="10079497" cy="1168706"/>
          </a:xfrm>
        </p:spPr>
        <p:txBody>
          <a:bodyPr anchor="b"/>
          <a:lstStyle/>
          <a:p>
            <a:r>
              <a:rPr lang="en-US"/>
              <a:t>Click to edit Master title style</a:t>
            </a:r>
          </a:p>
        </p:txBody>
      </p:sp>
      <p:sp>
        <p:nvSpPr>
          <p:cNvPr id="3" name="Text Placeholder 2">
            <a:extLst>
              <a:ext uri="{FF2B5EF4-FFF2-40B4-BE49-F238E27FC236}">
                <a16:creationId xmlns:a16="http://schemas.microsoft.com/office/drawing/2014/main" id="{0C76EA03-7008-14AB-547B-E66EA4EC968F}"/>
              </a:ext>
            </a:extLst>
          </p:cNvPr>
          <p:cNvSpPr>
            <a:spLocks noGrp="1"/>
          </p:cNvSpPr>
          <p:nvPr>
            <p:ph type="body" idx="1"/>
          </p:nvPr>
        </p:nvSpPr>
        <p:spPr>
          <a:xfrm>
            <a:off x="1017442" y="1798488"/>
            <a:ext cx="4599587" cy="668492"/>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629F56-D2C8-71FE-FA59-002819D51856}"/>
              </a:ext>
            </a:extLst>
          </p:cNvPr>
          <p:cNvSpPr>
            <a:spLocks noGrp="1"/>
          </p:cNvSpPr>
          <p:nvPr>
            <p:ph sz="half" idx="2"/>
          </p:nvPr>
        </p:nvSpPr>
        <p:spPr>
          <a:xfrm>
            <a:off x="1017442" y="2777279"/>
            <a:ext cx="4599587" cy="32769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2524D2-CA8D-75F3-D089-C2F0E20D4759}"/>
              </a:ext>
            </a:extLst>
          </p:cNvPr>
          <p:cNvSpPr>
            <a:spLocks noGrp="1"/>
          </p:cNvSpPr>
          <p:nvPr>
            <p:ph type="body" sz="quarter" idx="3"/>
          </p:nvPr>
        </p:nvSpPr>
        <p:spPr>
          <a:xfrm>
            <a:off x="6497352" y="1798488"/>
            <a:ext cx="4599588" cy="668492"/>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99B0E3-5AE5-0516-27BF-9F246137FE03}"/>
              </a:ext>
            </a:extLst>
          </p:cNvPr>
          <p:cNvSpPr>
            <a:spLocks noGrp="1"/>
          </p:cNvSpPr>
          <p:nvPr>
            <p:ph sz="quarter" idx="4"/>
          </p:nvPr>
        </p:nvSpPr>
        <p:spPr>
          <a:xfrm>
            <a:off x="6497352" y="2777279"/>
            <a:ext cx="4599588" cy="32769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B319A7-6048-4735-B2AC-6D6043F1461A}"/>
              </a:ext>
            </a:extLst>
          </p:cNvPr>
          <p:cNvSpPr>
            <a:spLocks noGrp="1"/>
          </p:cNvSpPr>
          <p:nvPr>
            <p:ph type="dt" sz="half" idx="10"/>
          </p:nvPr>
        </p:nvSpPr>
        <p:spPr/>
        <p:txBody>
          <a:bodyPr/>
          <a:lstStyle/>
          <a:p>
            <a:fld id="{E7736193-EDE3-4BB5-AE5F-E6E5472AB8BE}" type="datetimeFigureOut">
              <a:rPr lang="en-US" smtClean="0"/>
              <a:t>11/12/2024</a:t>
            </a:fld>
            <a:endParaRPr lang="en-US"/>
          </a:p>
        </p:txBody>
      </p:sp>
      <p:sp>
        <p:nvSpPr>
          <p:cNvPr id="8" name="Footer Placeholder 7">
            <a:extLst>
              <a:ext uri="{FF2B5EF4-FFF2-40B4-BE49-F238E27FC236}">
                <a16:creationId xmlns:a16="http://schemas.microsoft.com/office/drawing/2014/main" id="{6515F875-F23E-D0D2-9115-CD494FDA00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B4F88F-F488-D9D5-CF99-AA1750AAFC39}"/>
              </a:ext>
            </a:extLst>
          </p:cNvPr>
          <p:cNvSpPr>
            <a:spLocks noGrp="1"/>
          </p:cNvSpPr>
          <p:nvPr>
            <p:ph type="sldNum" sz="quarter" idx="12"/>
          </p:nvPr>
        </p:nvSpPr>
        <p:spPr/>
        <p:txBody>
          <a:bodyPr/>
          <a:lstStyle/>
          <a:p>
            <a:fld id="{1CC2C9B9-B4B7-45CC-A7EB-16F8BADE9045}" type="slidenum">
              <a:rPr lang="en-US" smtClean="0"/>
              <a:t>‹#›</a:t>
            </a:fld>
            <a:endParaRPr lang="en-US"/>
          </a:p>
        </p:txBody>
      </p:sp>
      <p:cxnSp>
        <p:nvCxnSpPr>
          <p:cNvPr id="13" name="Straight Connector 12">
            <a:extLst>
              <a:ext uri="{FF2B5EF4-FFF2-40B4-BE49-F238E27FC236}">
                <a16:creationId xmlns:a16="http://schemas.microsoft.com/office/drawing/2014/main" id="{B5094593-EFC2-EEEF-74CD-BD00F4132A94}"/>
              </a:ext>
            </a:extLst>
          </p:cNvPr>
          <p:cNvCxnSpPr>
            <a:cxnSpLocks/>
          </p:cNvCxnSpPr>
          <p:nvPr/>
        </p:nvCxnSpPr>
        <p:spPr>
          <a:xfrm>
            <a:off x="6571185" y="2593591"/>
            <a:ext cx="4525755" cy="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F851F6D-436C-FA47-8CD1-2C10E735764A}"/>
              </a:ext>
            </a:extLst>
          </p:cNvPr>
          <p:cNvCxnSpPr>
            <a:cxnSpLocks/>
          </p:cNvCxnSpPr>
          <p:nvPr/>
        </p:nvCxnSpPr>
        <p:spPr>
          <a:xfrm>
            <a:off x="1107503" y="2593591"/>
            <a:ext cx="4509526" cy="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550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91B86-9261-4E82-EF65-30F78154E2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3A5E84-E43B-20AE-E80D-47CB0B07BD7B}"/>
              </a:ext>
            </a:extLst>
          </p:cNvPr>
          <p:cNvSpPr>
            <a:spLocks noGrp="1"/>
          </p:cNvSpPr>
          <p:nvPr>
            <p:ph type="dt" sz="half" idx="10"/>
          </p:nvPr>
        </p:nvSpPr>
        <p:spPr/>
        <p:txBody>
          <a:bodyPr/>
          <a:lstStyle/>
          <a:p>
            <a:fld id="{E7736193-EDE3-4BB5-AE5F-E6E5472AB8BE}" type="datetimeFigureOut">
              <a:rPr lang="en-US" smtClean="0"/>
              <a:t>11/12/2024</a:t>
            </a:fld>
            <a:endParaRPr lang="en-US"/>
          </a:p>
        </p:txBody>
      </p:sp>
      <p:sp>
        <p:nvSpPr>
          <p:cNvPr id="4" name="Footer Placeholder 3">
            <a:extLst>
              <a:ext uri="{FF2B5EF4-FFF2-40B4-BE49-F238E27FC236}">
                <a16:creationId xmlns:a16="http://schemas.microsoft.com/office/drawing/2014/main" id="{2AFF5797-14F1-9FEB-247C-0E325AF74D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B5D7AF-1489-8F93-4828-0AE784B8BA8F}"/>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4102050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6CAF1C-8901-AE05-E52C-D5B95941055B}"/>
              </a:ext>
            </a:extLst>
          </p:cNvPr>
          <p:cNvSpPr>
            <a:spLocks noGrp="1"/>
          </p:cNvSpPr>
          <p:nvPr>
            <p:ph type="dt" sz="half" idx="10"/>
          </p:nvPr>
        </p:nvSpPr>
        <p:spPr/>
        <p:txBody>
          <a:bodyPr/>
          <a:lstStyle/>
          <a:p>
            <a:fld id="{E7736193-EDE3-4BB5-AE5F-E6E5472AB8BE}" type="datetimeFigureOut">
              <a:rPr lang="en-US" smtClean="0"/>
              <a:t>11/12/2024</a:t>
            </a:fld>
            <a:endParaRPr lang="en-US"/>
          </a:p>
        </p:txBody>
      </p:sp>
      <p:sp>
        <p:nvSpPr>
          <p:cNvPr id="3" name="Footer Placeholder 2">
            <a:extLst>
              <a:ext uri="{FF2B5EF4-FFF2-40B4-BE49-F238E27FC236}">
                <a16:creationId xmlns:a16="http://schemas.microsoft.com/office/drawing/2014/main" id="{E1CD4F90-2973-4FE2-6C2C-5C2AC5C5A8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50414B-A7EC-0C14-EFD2-29C5582CC184}"/>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1846507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378C7-A764-C5E4-A6A4-DC5B1B3537FB}"/>
              </a:ext>
            </a:extLst>
          </p:cNvPr>
          <p:cNvSpPr>
            <a:spLocks noGrp="1"/>
          </p:cNvSpPr>
          <p:nvPr>
            <p:ph type="title"/>
          </p:nvPr>
        </p:nvSpPr>
        <p:spPr>
          <a:xfrm>
            <a:off x="1380121" y="1391478"/>
            <a:ext cx="3288432" cy="1951414"/>
          </a:xfrm>
        </p:spPr>
        <p:txBody>
          <a:bodyPr anchor="t">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27DFE178-4B5D-413B-6583-AB81E8D04180}"/>
              </a:ext>
            </a:extLst>
          </p:cNvPr>
          <p:cNvSpPr>
            <a:spLocks noGrp="1"/>
          </p:cNvSpPr>
          <p:nvPr>
            <p:ph idx="1"/>
          </p:nvPr>
        </p:nvSpPr>
        <p:spPr>
          <a:xfrm>
            <a:off x="6003235" y="920080"/>
            <a:ext cx="5312467" cy="502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B92F6D-71AB-9630-9DBE-46041C50C79A}"/>
              </a:ext>
            </a:extLst>
          </p:cNvPr>
          <p:cNvSpPr>
            <a:spLocks noGrp="1"/>
          </p:cNvSpPr>
          <p:nvPr>
            <p:ph type="body" sz="half" idx="2"/>
          </p:nvPr>
        </p:nvSpPr>
        <p:spPr>
          <a:xfrm>
            <a:off x="1380121" y="3566727"/>
            <a:ext cx="3288432" cy="1766325"/>
          </a:xfrm>
        </p:spPr>
        <p:txBody>
          <a:bodyPr anchor="b">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FEAAD1-C919-6E2E-32D2-E199025FB8F9}"/>
              </a:ext>
            </a:extLst>
          </p:cNvPr>
          <p:cNvSpPr>
            <a:spLocks noGrp="1"/>
          </p:cNvSpPr>
          <p:nvPr>
            <p:ph type="dt" sz="half" idx="10"/>
          </p:nvPr>
        </p:nvSpPr>
        <p:spPr/>
        <p:txBody>
          <a:bodyPr/>
          <a:lstStyle/>
          <a:p>
            <a:fld id="{E7736193-EDE3-4BB5-AE5F-E6E5472AB8BE}" type="datetimeFigureOut">
              <a:rPr lang="en-US" smtClean="0"/>
              <a:t>11/12/2024</a:t>
            </a:fld>
            <a:endParaRPr lang="en-US"/>
          </a:p>
        </p:txBody>
      </p:sp>
      <p:sp>
        <p:nvSpPr>
          <p:cNvPr id="6" name="Footer Placeholder 5">
            <a:extLst>
              <a:ext uri="{FF2B5EF4-FFF2-40B4-BE49-F238E27FC236}">
                <a16:creationId xmlns:a16="http://schemas.microsoft.com/office/drawing/2014/main" id="{5288B5D8-E15B-BE38-2A89-BD0F02E1A0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7ECC26-B78C-4CBD-6883-97E80D3E5165}"/>
              </a:ext>
            </a:extLst>
          </p:cNvPr>
          <p:cNvSpPr>
            <a:spLocks noGrp="1"/>
          </p:cNvSpPr>
          <p:nvPr>
            <p:ph type="sldNum" sz="quarter" idx="12"/>
          </p:nvPr>
        </p:nvSpPr>
        <p:spPr/>
        <p:txBody>
          <a:bodyPr/>
          <a:lstStyle/>
          <a:p>
            <a:fld id="{1CC2C9B9-B4B7-45CC-A7EB-16F8BADE9045}" type="slidenum">
              <a:rPr lang="en-US" smtClean="0"/>
              <a:t>‹#›</a:t>
            </a:fld>
            <a:endParaRPr lang="en-US"/>
          </a:p>
        </p:txBody>
      </p:sp>
      <p:sp>
        <p:nvSpPr>
          <p:cNvPr id="11" name="Rectangle 10">
            <a:extLst>
              <a:ext uri="{FF2B5EF4-FFF2-40B4-BE49-F238E27FC236}">
                <a16:creationId xmlns:a16="http://schemas.microsoft.com/office/drawing/2014/main" id="{96AAC029-BE5C-900C-E7D2-DE6E31789D1E}"/>
              </a:ext>
              <a:ext uri="{C183D7F6-B498-43B3-948B-1728B52AA6E4}">
                <adec:decorative xmlns:adec="http://schemas.microsoft.com/office/drawing/2017/decorative" val="1"/>
              </a:ext>
            </a:extLst>
          </p:cNvPr>
          <p:cNvSpPr/>
          <p:nvPr/>
        </p:nvSpPr>
        <p:spPr>
          <a:xfrm>
            <a:off x="933198" y="931857"/>
            <a:ext cx="4305523"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154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4EAA-30F7-390A-C77C-2E5BD8218BC0}"/>
              </a:ext>
            </a:extLst>
          </p:cNvPr>
          <p:cNvSpPr>
            <a:spLocks noGrp="1"/>
          </p:cNvSpPr>
          <p:nvPr>
            <p:ph type="title"/>
          </p:nvPr>
        </p:nvSpPr>
        <p:spPr>
          <a:xfrm>
            <a:off x="1380120" y="1391478"/>
            <a:ext cx="3322510" cy="2037522"/>
          </a:xfrm>
        </p:spPr>
        <p:txBody>
          <a:bodyPr anchor="t">
            <a:normAutofit/>
          </a:bodyPr>
          <a:lstStyle>
            <a:lvl1pPr>
              <a:defRPr sz="2400"/>
            </a:lvl1pPr>
          </a:lstStyle>
          <a:p>
            <a:r>
              <a:rPr lang="en-US"/>
              <a:t>Click to edit Master title style</a:t>
            </a:r>
          </a:p>
        </p:txBody>
      </p:sp>
      <p:sp useBgFill="1">
        <p:nvSpPr>
          <p:cNvPr id="3" name="Picture Placeholder 2">
            <a:extLst>
              <a:ext uri="{FF2B5EF4-FFF2-40B4-BE49-F238E27FC236}">
                <a16:creationId xmlns:a16="http://schemas.microsoft.com/office/drawing/2014/main" id="{513A1C34-81AC-D534-67B1-42721228935F}"/>
              </a:ext>
            </a:extLst>
          </p:cNvPr>
          <p:cNvSpPr>
            <a:spLocks noGrp="1"/>
          </p:cNvSpPr>
          <p:nvPr>
            <p:ph type="pic" idx="1"/>
          </p:nvPr>
        </p:nvSpPr>
        <p:spPr>
          <a:xfrm>
            <a:off x="5907143" y="931857"/>
            <a:ext cx="5351659" cy="499630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E1012D-3524-26C6-64C1-8CE6E7A9A29B}"/>
              </a:ext>
            </a:extLst>
          </p:cNvPr>
          <p:cNvSpPr>
            <a:spLocks noGrp="1"/>
          </p:cNvSpPr>
          <p:nvPr>
            <p:ph type="body" sz="half" idx="2"/>
          </p:nvPr>
        </p:nvSpPr>
        <p:spPr>
          <a:xfrm>
            <a:off x="1380120" y="3742792"/>
            <a:ext cx="3322510" cy="1590261"/>
          </a:xfrm>
        </p:spPr>
        <p:txBody>
          <a:bodyPr anchor="b">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8FA6D7-1BE0-F14D-A2F7-4836180BC3B9}"/>
              </a:ext>
            </a:extLst>
          </p:cNvPr>
          <p:cNvSpPr>
            <a:spLocks noGrp="1"/>
          </p:cNvSpPr>
          <p:nvPr>
            <p:ph type="dt" sz="half" idx="10"/>
          </p:nvPr>
        </p:nvSpPr>
        <p:spPr/>
        <p:txBody>
          <a:bodyPr/>
          <a:lstStyle/>
          <a:p>
            <a:fld id="{E7736193-EDE3-4BB5-AE5F-E6E5472AB8BE}" type="datetimeFigureOut">
              <a:rPr lang="en-US" smtClean="0"/>
              <a:t>11/12/2024</a:t>
            </a:fld>
            <a:endParaRPr lang="en-US"/>
          </a:p>
        </p:txBody>
      </p:sp>
      <p:sp>
        <p:nvSpPr>
          <p:cNvPr id="6" name="Footer Placeholder 5">
            <a:extLst>
              <a:ext uri="{FF2B5EF4-FFF2-40B4-BE49-F238E27FC236}">
                <a16:creationId xmlns:a16="http://schemas.microsoft.com/office/drawing/2014/main" id="{0556B5AC-3F20-FDC1-D579-7C4C6B4ED0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074ACA-1D54-81FA-70B1-31AB3011B3C6}"/>
              </a:ext>
            </a:extLst>
          </p:cNvPr>
          <p:cNvSpPr>
            <a:spLocks noGrp="1"/>
          </p:cNvSpPr>
          <p:nvPr>
            <p:ph type="sldNum" sz="quarter" idx="12"/>
          </p:nvPr>
        </p:nvSpPr>
        <p:spPr/>
        <p:txBody>
          <a:bodyPr/>
          <a:lstStyle/>
          <a:p>
            <a:fld id="{1CC2C9B9-B4B7-45CC-A7EB-16F8BADE9045}" type="slidenum">
              <a:rPr lang="en-US" smtClean="0"/>
              <a:t>‹#›</a:t>
            </a:fld>
            <a:endParaRPr lang="en-US"/>
          </a:p>
        </p:txBody>
      </p:sp>
      <p:sp>
        <p:nvSpPr>
          <p:cNvPr id="9" name="Rectangle 8">
            <a:extLst>
              <a:ext uri="{FF2B5EF4-FFF2-40B4-BE49-F238E27FC236}">
                <a16:creationId xmlns:a16="http://schemas.microsoft.com/office/drawing/2014/main" id="{4DD8EE65-D4F9-418A-1628-F5DFD3DBA24E}"/>
              </a:ext>
              <a:ext uri="{C183D7F6-B498-43B3-948B-1728B52AA6E4}">
                <adec:decorative xmlns:adec="http://schemas.microsoft.com/office/drawing/2017/decorative" val="1"/>
              </a:ext>
            </a:extLst>
          </p:cNvPr>
          <p:cNvSpPr/>
          <p:nvPr/>
        </p:nvSpPr>
        <p:spPr>
          <a:xfrm>
            <a:off x="933198" y="931857"/>
            <a:ext cx="4305523"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2351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2C3AB-851A-0D2F-B3AE-5B161CFFC00A}"/>
              </a:ext>
            </a:extLst>
          </p:cNvPr>
          <p:cNvSpPr>
            <a:spLocks noGrp="1"/>
          </p:cNvSpPr>
          <p:nvPr>
            <p:ph type="title"/>
          </p:nvPr>
        </p:nvSpPr>
        <p:spPr>
          <a:xfrm>
            <a:off x="1624338" y="1255172"/>
            <a:ext cx="9297346" cy="1050707"/>
          </a:xfrm>
        </p:spPr>
        <p:txBody>
          <a:bodyPr anchor="b"/>
          <a:lstStyle/>
          <a:p>
            <a:r>
              <a:rPr lang="en-US"/>
              <a:t>Click to edit Master title style</a:t>
            </a:r>
          </a:p>
        </p:txBody>
      </p:sp>
      <p:sp>
        <p:nvSpPr>
          <p:cNvPr id="3" name="Vertical Text Placeholder 2">
            <a:extLst>
              <a:ext uri="{FF2B5EF4-FFF2-40B4-BE49-F238E27FC236}">
                <a16:creationId xmlns:a16="http://schemas.microsoft.com/office/drawing/2014/main" id="{0E89FD6B-3621-3904-7878-A2825C692509}"/>
              </a:ext>
            </a:extLst>
          </p:cNvPr>
          <p:cNvSpPr>
            <a:spLocks noGrp="1"/>
          </p:cNvSpPr>
          <p:nvPr>
            <p:ph type="body" orient="vert" idx="1"/>
          </p:nvPr>
        </p:nvSpPr>
        <p:spPr>
          <a:xfrm>
            <a:off x="1624338" y="2419468"/>
            <a:ext cx="9297346" cy="32543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808AE9-D8ED-ED5D-D7B0-A43811777E81}"/>
              </a:ext>
            </a:extLst>
          </p:cNvPr>
          <p:cNvSpPr>
            <a:spLocks noGrp="1"/>
          </p:cNvSpPr>
          <p:nvPr>
            <p:ph type="dt" sz="half" idx="10"/>
          </p:nvPr>
        </p:nvSpPr>
        <p:spPr/>
        <p:txBody>
          <a:bodyPr/>
          <a:lstStyle/>
          <a:p>
            <a:fld id="{E7736193-EDE3-4BB5-AE5F-E6E5472AB8BE}" type="datetimeFigureOut">
              <a:rPr lang="en-US" smtClean="0"/>
              <a:t>11/12/2024</a:t>
            </a:fld>
            <a:endParaRPr lang="en-US"/>
          </a:p>
        </p:txBody>
      </p:sp>
      <p:sp>
        <p:nvSpPr>
          <p:cNvPr id="5" name="Footer Placeholder 4">
            <a:extLst>
              <a:ext uri="{FF2B5EF4-FFF2-40B4-BE49-F238E27FC236}">
                <a16:creationId xmlns:a16="http://schemas.microsoft.com/office/drawing/2014/main" id="{9A9EF98B-AC81-D122-3D05-9C4E2FE42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9FB543-B138-6627-3714-12105D172AD5}"/>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3898478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3DE16D-F1A0-DDB5-A98C-A9055C93D914}"/>
              </a:ext>
            </a:extLst>
          </p:cNvPr>
          <p:cNvSpPr>
            <a:spLocks noGrp="1"/>
          </p:cNvSpPr>
          <p:nvPr>
            <p:ph type="title" orient="vert"/>
          </p:nvPr>
        </p:nvSpPr>
        <p:spPr>
          <a:xfrm>
            <a:off x="9126961" y="1414196"/>
            <a:ext cx="1817441" cy="410060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8A548F-8DA7-C53C-1BFE-7C720CB20FA1}"/>
              </a:ext>
            </a:extLst>
          </p:cNvPr>
          <p:cNvSpPr>
            <a:spLocks noGrp="1"/>
          </p:cNvSpPr>
          <p:nvPr>
            <p:ph type="body" orient="vert" idx="1"/>
          </p:nvPr>
        </p:nvSpPr>
        <p:spPr>
          <a:xfrm>
            <a:off x="1346042" y="1414196"/>
            <a:ext cx="7780919" cy="41006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2EA2C8-1C90-25D0-8B0A-30B73CFD3EDE}"/>
              </a:ext>
            </a:extLst>
          </p:cNvPr>
          <p:cNvSpPr>
            <a:spLocks noGrp="1"/>
          </p:cNvSpPr>
          <p:nvPr>
            <p:ph type="dt" sz="half" idx="10"/>
          </p:nvPr>
        </p:nvSpPr>
        <p:spPr/>
        <p:txBody>
          <a:bodyPr/>
          <a:lstStyle/>
          <a:p>
            <a:fld id="{E7736193-EDE3-4BB5-AE5F-E6E5472AB8BE}" type="datetimeFigureOut">
              <a:rPr lang="en-US" smtClean="0"/>
              <a:t>11/12/2024</a:t>
            </a:fld>
            <a:endParaRPr lang="en-US"/>
          </a:p>
        </p:txBody>
      </p:sp>
      <p:sp>
        <p:nvSpPr>
          <p:cNvPr id="5" name="Footer Placeholder 4">
            <a:extLst>
              <a:ext uri="{FF2B5EF4-FFF2-40B4-BE49-F238E27FC236}">
                <a16:creationId xmlns:a16="http://schemas.microsoft.com/office/drawing/2014/main" id="{EA6FF1A4-0404-DA2D-1EA4-828091C0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57155-0F4A-F7B7-C4A8-755572E98C2E}"/>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3328472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792104-6F24-CD50-F55E-22A55084DDC9}"/>
              </a:ext>
            </a:extLst>
          </p:cNvPr>
          <p:cNvSpPr>
            <a:spLocks noGrp="1"/>
          </p:cNvSpPr>
          <p:nvPr>
            <p:ph type="title"/>
          </p:nvPr>
        </p:nvSpPr>
        <p:spPr>
          <a:xfrm>
            <a:off x="1620442" y="1233199"/>
            <a:ext cx="8977511" cy="1073825"/>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2D1059CB-D00E-398D-E4D9-59792FC40A4C}"/>
              </a:ext>
            </a:extLst>
          </p:cNvPr>
          <p:cNvSpPr>
            <a:spLocks noGrp="1"/>
          </p:cNvSpPr>
          <p:nvPr>
            <p:ph type="body" idx="1"/>
          </p:nvPr>
        </p:nvSpPr>
        <p:spPr>
          <a:xfrm>
            <a:off x="1620444" y="2419639"/>
            <a:ext cx="8977509" cy="31417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DFBC38-D897-7CBE-AC89-A95A2222D7C8}"/>
              </a:ext>
            </a:extLst>
          </p:cNvPr>
          <p:cNvSpPr>
            <a:spLocks noGrp="1"/>
          </p:cNvSpPr>
          <p:nvPr>
            <p:ph type="dt" sz="half" idx="2"/>
          </p:nvPr>
        </p:nvSpPr>
        <p:spPr>
          <a:xfrm>
            <a:off x="847726" y="6199188"/>
            <a:ext cx="2743200" cy="365125"/>
          </a:xfrm>
          <a:prstGeom prst="rect">
            <a:avLst/>
          </a:prstGeom>
        </p:spPr>
        <p:txBody>
          <a:bodyPr vert="horz" lIns="91440" tIns="45720" rIns="91440" bIns="45720" rtlCol="0" anchor="ctr"/>
          <a:lstStyle>
            <a:lvl1pPr algn="l">
              <a:defRPr sz="1050">
                <a:solidFill>
                  <a:schemeClr val="tx1"/>
                </a:solidFill>
                <a:latin typeface="+mn-lt"/>
              </a:defRPr>
            </a:lvl1pPr>
          </a:lstStyle>
          <a:p>
            <a:fld id="{E7736193-EDE3-4BB5-AE5F-E6E5472AB8BE}" type="datetimeFigureOut">
              <a:rPr lang="en-US" smtClean="0"/>
              <a:t>11/12/2024</a:t>
            </a:fld>
            <a:endParaRPr lang="en-US"/>
          </a:p>
        </p:txBody>
      </p:sp>
      <p:sp>
        <p:nvSpPr>
          <p:cNvPr id="5" name="Footer Placeholder 4">
            <a:extLst>
              <a:ext uri="{FF2B5EF4-FFF2-40B4-BE49-F238E27FC236}">
                <a16:creationId xmlns:a16="http://schemas.microsoft.com/office/drawing/2014/main" id="{E6728008-2A03-D518-4A75-30816EB0D198}"/>
              </a:ext>
            </a:extLst>
          </p:cNvPr>
          <p:cNvSpPr>
            <a:spLocks noGrp="1"/>
          </p:cNvSpPr>
          <p:nvPr>
            <p:ph type="ftr" sz="quarter" idx="3"/>
          </p:nvPr>
        </p:nvSpPr>
        <p:spPr>
          <a:xfrm>
            <a:off x="7286625" y="6199188"/>
            <a:ext cx="3409951" cy="365125"/>
          </a:xfrm>
          <a:prstGeom prst="rect">
            <a:avLst/>
          </a:prstGeom>
        </p:spPr>
        <p:txBody>
          <a:bodyPr vert="horz" lIns="91440" tIns="45720" rIns="91440" bIns="45720" rtlCol="0" anchor="ctr"/>
          <a:lstStyle>
            <a:lvl1pPr algn="r">
              <a:defRPr sz="1050">
                <a:solidFill>
                  <a:schemeClr val="tx1"/>
                </a:solidFill>
                <a:latin typeface="+mn-lt"/>
              </a:defRPr>
            </a:lvl1pPr>
          </a:lstStyle>
          <a:p>
            <a:endParaRPr lang="en-US"/>
          </a:p>
        </p:txBody>
      </p:sp>
      <p:sp>
        <p:nvSpPr>
          <p:cNvPr id="6" name="Slide Number Placeholder 5">
            <a:extLst>
              <a:ext uri="{FF2B5EF4-FFF2-40B4-BE49-F238E27FC236}">
                <a16:creationId xmlns:a16="http://schemas.microsoft.com/office/drawing/2014/main" id="{F3691D49-2BD8-1C36-B43A-CF2F9177769B}"/>
              </a:ext>
            </a:extLst>
          </p:cNvPr>
          <p:cNvSpPr>
            <a:spLocks noGrp="1"/>
          </p:cNvSpPr>
          <p:nvPr>
            <p:ph type="sldNum" sz="quarter" idx="4"/>
          </p:nvPr>
        </p:nvSpPr>
        <p:spPr>
          <a:xfrm>
            <a:off x="10696577" y="6199188"/>
            <a:ext cx="619125" cy="365125"/>
          </a:xfrm>
          <a:prstGeom prst="rect">
            <a:avLst/>
          </a:prstGeom>
        </p:spPr>
        <p:txBody>
          <a:bodyPr vert="horz" lIns="91440" tIns="45720" rIns="91440" bIns="45720" rtlCol="0" anchor="ctr"/>
          <a:lstStyle>
            <a:lvl1pPr algn="r">
              <a:defRPr sz="1050">
                <a:solidFill>
                  <a:schemeClr val="tx1"/>
                </a:solidFill>
                <a:latin typeface="+mn-lt"/>
              </a:defRPr>
            </a:lvl1pPr>
          </a:lstStyle>
          <a:p>
            <a:fld id="{1CC2C9B9-B4B7-45CC-A7EB-16F8BADE9045}" type="slidenum">
              <a:rPr lang="en-US" smtClean="0"/>
              <a:t>‹#›</a:t>
            </a:fld>
            <a:endParaRPr lang="en-US"/>
          </a:p>
        </p:txBody>
      </p:sp>
      <p:sp>
        <p:nvSpPr>
          <p:cNvPr id="8" name="Rectangle 7">
            <a:extLst>
              <a:ext uri="{FF2B5EF4-FFF2-40B4-BE49-F238E27FC236}">
                <a16:creationId xmlns:a16="http://schemas.microsoft.com/office/drawing/2014/main" id="{5BE2A49E-0BD9-321C-F602-AFA2FCF9B27B}"/>
              </a:ext>
              <a:ext uri="{C183D7F6-B498-43B3-948B-1728B52AA6E4}">
                <adec:decorative xmlns:adec="http://schemas.microsoft.com/office/drawing/2017/decorative" val="1"/>
              </a:ext>
            </a:extLst>
          </p:cNvPr>
          <p:cNvSpPr/>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6415786"/>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0" r:id="rId6"/>
    <p:sldLayoutId id="2147483726" r:id="rId7"/>
    <p:sldLayoutId id="2147483727" r:id="rId8"/>
    <p:sldLayoutId id="2147483728" r:id="rId9"/>
    <p:sldLayoutId id="2147483729" r:id="rId10"/>
    <p:sldLayoutId id="2147483731" r:id="rId11"/>
  </p:sldLayoutIdLst>
  <p:txStyles>
    <p:titleStyle>
      <a:lvl1pPr algn="l" defTabSz="914400" rtl="0" eaLnBrk="1" latinLnBrk="0" hangingPunct="1">
        <a:lnSpc>
          <a:spcPct val="120000"/>
        </a:lnSpc>
        <a:spcBef>
          <a:spcPct val="0"/>
        </a:spcBef>
        <a:buNone/>
        <a:defRPr sz="2800" b="1" kern="1200" cap="all" spc="5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uofh.sharepoint.com/:p:/r/sites/ActiveraConsulting/Shared%20Documents/General/FMEA%20(Failure%20Mode%20and%20Effects%20Analysis!).pptx?d=w06e85d901de1437cb5329a0ec4947ff7&amp;csf=1&amp;web=1&amp;e=DFf6xV" TargetMode="External"/><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uofh-my.sharepoint.com/:x:/g/personal/rikhali2_cougarnet_uh_edu/EQfKHJzaa0BNkwLIF1IMyLMBmMFH5gQoOaszIasXWunRTQ?e=iyhNE9" TargetMode="External"/><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uofh-my.sharepoint.com/:x:/g/personal/raconner_cougarnet_uh_edu/EaxQDtwiJ-pHqcTXd1IU8CUBsxL83Q5HR3mFkI0oLgzoig?e=GdRHtY"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9A9520-1859-15F3-44AA-669BDFE5F4C8}"/>
              </a:ext>
            </a:extLst>
          </p:cNvPr>
          <p:cNvPicPr>
            <a:picLocks noChangeAspect="1"/>
          </p:cNvPicPr>
          <p:nvPr/>
        </p:nvPicPr>
        <p:blipFill>
          <a:blip r:embed="rId2">
            <a:alphaModFix amt="50000"/>
          </a:blip>
          <a:srcRect t="24891" r="-2" b="108"/>
          <a:stretch/>
        </p:blipFill>
        <p:spPr>
          <a:xfrm>
            <a:off x="-855049" y="-553257"/>
            <a:ext cx="12191998" cy="6857990"/>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3" name="Subtitle 2"/>
          <p:cNvSpPr>
            <a:spLocks noGrp="1"/>
          </p:cNvSpPr>
          <p:nvPr>
            <p:ph type="subTitle" idx="1"/>
          </p:nvPr>
        </p:nvSpPr>
        <p:spPr>
          <a:xfrm>
            <a:off x="5857090" y="4539762"/>
            <a:ext cx="5345457" cy="684127"/>
          </a:xfrm>
          <a:noFill/>
        </p:spPr>
        <p:txBody>
          <a:bodyPr anchor="t">
            <a:normAutofit fontScale="70000" lnSpcReduction="20000"/>
          </a:bodyPr>
          <a:lstStyle/>
          <a:p>
            <a:pPr algn="r"/>
            <a:r>
              <a:rPr lang="en-US">
                <a:solidFill>
                  <a:schemeClr val="accent1">
                    <a:lumMod val="60000"/>
                    <a:lumOff val="40000"/>
                  </a:schemeClr>
                </a:solidFill>
              </a:rPr>
              <a:t>By: Rowan Kaul, Damien Gonzalez, William </a:t>
            </a:r>
            <a:r>
              <a:rPr lang="en-US" err="1">
                <a:solidFill>
                  <a:schemeClr val="accent1">
                    <a:lumMod val="60000"/>
                    <a:lumOff val="40000"/>
                  </a:schemeClr>
                </a:solidFill>
              </a:rPr>
              <a:t>Foytlin</a:t>
            </a:r>
            <a:r>
              <a:rPr lang="en-US">
                <a:solidFill>
                  <a:schemeClr val="accent1">
                    <a:lumMod val="60000"/>
                    <a:lumOff val="40000"/>
                  </a:schemeClr>
                </a:solidFill>
              </a:rPr>
              <a:t>, Francisco Fuentes, Rayan Khalil, Chibuike </a:t>
            </a:r>
            <a:r>
              <a:rPr lang="en-US" err="1">
                <a:solidFill>
                  <a:schemeClr val="accent1">
                    <a:lumMod val="60000"/>
                    <a:lumOff val="40000"/>
                  </a:schemeClr>
                </a:solidFill>
              </a:rPr>
              <a:t>Ngwakwe</a:t>
            </a:r>
            <a:r>
              <a:rPr lang="en-US">
                <a:solidFill>
                  <a:schemeClr val="accent1">
                    <a:lumMod val="60000"/>
                    <a:lumOff val="40000"/>
                  </a:schemeClr>
                </a:solidFill>
              </a:rPr>
              <a:t>, Rebekah Conner, and Katy Chiv</a:t>
            </a:r>
          </a:p>
        </p:txBody>
      </p:sp>
      <p:sp>
        <p:nvSpPr>
          <p:cNvPr id="2" name="Title 1"/>
          <p:cNvSpPr>
            <a:spLocks noGrp="1"/>
          </p:cNvSpPr>
          <p:nvPr>
            <p:ph type="ctrTitle"/>
          </p:nvPr>
        </p:nvSpPr>
        <p:spPr>
          <a:xfrm>
            <a:off x="5013963" y="2398143"/>
            <a:ext cx="6434086" cy="2116348"/>
          </a:xfrm>
          <a:noFill/>
        </p:spPr>
        <p:txBody>
          <a:bodyPr vert="horz" lIns="91440" tIns="45720" rIns="91440" bIns="45720" rtlCol="0" anchor="b">
            <a:noAutofit/>
          </a:bodyPr>
          <a:lstStyle/>
          <a:p>
            <a:pPr algn="r"/>
            <a:r>
              <a:rPr lang="en-US">
                <a:solidFill>
                  <a:srgbClr val="CCC7B3"/>
                </a:solidFill>
                <a:latin typeface="Trade Gothic Next Cond"/>
                <a:ea typeface="Lato"/>
                <a:cs typeface="Lato"/>
              </a:rPr>
              <a:t> </a:t>
            </a:r>
            <a:r>
              <a:rPr lang="en-US" err="1">
                <a:solidFill>
                  <a:srgbClr val="CCC7B3"/>
                </a:solidFill>
                <a:latin typeface="Trade Gothic Next Cond"/>
              </a:rPr>
              <a:t>Activera</a:t>
            </a:r>
            <a:r>
              <a:rPr lang="en-US">
                <a:solidFill>
                  <a:srgbClr val="CCC7B3"/>
                </a:solidFill>
                <a:latin typeface="Trade Gothic Next Cond"/>
              </a:rPr>
              <a:t> Consulting: The Art of Framework Finding</a:t>
            </a: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488BB-2C41-54BB-9538-9CF60DF7BA5B}"/>
              </a:ext>
            </a:extLst>
          </p:cNvPr>
          <p:cNvSpPr>
            <a:spLocks noGrp="1"/>
          </p:cNvSpPr>
          <p:nvPr>
            <p:ph type="title"/>
          </p:nvPr>
        </p:nvSpPr>
        <p:spPr>
          <a:xfrm>
            <a:off x="927715" y="-175491"/>
            <a:ext cx="8977511" cy="1073825"/>
          </a:xfrm>
        </p:spPr>
        <p:txBody>
          <a:bodyPr>
            <a:normAutofit/>
          </a:bodyPr>
          <a:lstStyle/>
          <a:p>
            <a:r>
              <a:rPr lang="en-US" sz="3600"/>
              <a:t>Table of contents</a:t>
            </a:r>
          </a:p>
        </p:txBody>
      </p:sp>
      <p:sp>
        <p:nvSpPr>
          <p:cNvPr id="3" name="Content Placeholder 2">
            <a:extLst>
              <a:ext uri="{FF2B5EF4-FFF2-40B4-BE49-F238E27FC236}">
                <a16:creationId xmlns:a16="http://schemas.microsoft.com/office/drawing/2014/main" id="{1A43BBFA-6C5C-9CBC-2D6A-20A365A623EF}"/>
              </a:ext>
            </a:extLst>
          </p:cNvPr>
          <p:cNvSpPr>
            <a:spLocks noGrp="1"/>
          </p:cNvSpPr>
          <p:nvPr>
            <p:ph idx="1"/>
          </p:nvPr>
        </p:nvSpPr>
        <p:spPr>
          <a:xfrm>
            <a:off x="1140787" y="1181868"/>
            <a:ext cx="9560504" cy="4490608"/>
          </a:xfrm>
        </p:spPr>
        <p:txBody>
          <a:bodyPr vert="horz" lIns="91440" tIns="45720" rIns="91440" bIns="45720" rtlCol="0" anchor="t">
            <a:noAutofit/>
          </a:bodyPr>
          <a:lstStyle/>
          <a:p>
            <a:pPr marL="285750" indent="-285750"/>
            <a:r>
              <a:rPr lang="en-US" sz="2400"/>
              <a:t>Project Overview</a:t>
            </a:r>
          </a:p>
          <a:p>
            <a:pPr marL="285750" indent="-285750"/>
            <a:r>
              <a:rPr lang="en-US" sz="2400"/>
              <a:t>Phase 1 (Finding Frameworks)</a:t>
            </a:r>
          </a:p>
          <a:p>
            <a:r>
              <a:rPr lang="en-US" sz="2400"/>
              <a:t> Phase 2 (Creating PowerPoints)</a:t>
            </a:r>
          </a:p>
          <a:p>
            <a:r>
              <a:rPr lang="en-US" sz="2400"/>
              <a:t> Phase 3 (</a:t>
            </a:r>
            <a:r>
              <a:rPr lang="en-US" sz="2400">
                <a:latin typeface="Trade Gothic Next Light"/>
              </a:rPr>
              <a:t>Refining Classifications</a:t>
            </a:r>
            <a:r>
              <a:rPr lang="en-US" sz="2400"/>
              <a:t>)</a:t>
            </a:r>
          </a:p>
          <a:p>
            <a:r>
              <a:rPr lang="en-US" sz="2400"/>
              <a:t> Phase 4 (Classifying Frameworks)</a:t>
            </a:r>
          </a:p>
          <a:p>
            <a:r>
              <a:rPr lang="en-US" sz="2400"/>
              <a:t> Live Demonstration</a:t>
            </a:r>
          </a:p>
          <a:p>
            <a:r>
              <a:rPr lang="en-US" sz="2400"/>
              <a:t> Phase 5 (Next Steps)</a:t>
            </a:r>
          </a:p>
          <a:p>
            <a:r>
              <a:rPr lang="en-US" sz="2400"/>
              <a:t> Conclusion/Q&amp;A</a:t>
            </a:r>
          </a:p>
          <a:p>
            <a:endParaRPr lang="en-US" sz="3200"/>
          </a:p>
        </p:txBody>
      </p:sp>
    </p:spTree>
    <p:extLst>
      <p:ext uri="{BB962C8B-B14F-4D97-AF65-F5344CB8AC3E}">
        <p14:creationId xmlns:p14="http://schemas.microsoft.com/office/powerpoint/2010/main" val="380706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447A7-99EB-996B-7562-32A1A7E7F35C}"/>
              </a:ext>
            </a:extLst>
          </p:cNvPr>
          <p:cNvSpPr>
            <a:spLocks noGrp="1"/>
          </p:cNvSpPr>
          <p:nvPr>
            <p:ph type="title"/>
          </p:nvPr>
        </p:nvSpPr>
        <p:spPr>
          <a:xfrm>
            <a:off x="909242" y="-152255"/>
            <a:ext cx="8977511" cy="1073825"/>
          </a:xfrm>
        </p:spPr>
        <p:txBody>
          <a:bodyPr>
            <a:normAutofit/>
          </a:bodyPr>
          <a:lstStyle/>
          <a:p>
            <a:r>
              <a:rPr lang="en-US" sz="3600"/>
              <a:t>Project Overview</a:t>
            </a:r>
          </a:p>
        </p:txBody>
      </p:sp>
      <p:sp>
        <p:nvSpPr>
          <p:cNvPr id="6" name="Content Placeholder 2">
            <a:extLst>
              <a:ext uri="{FF2B5EF4-FFF2-40B4-BE49-F238E27FC236}">
                <a16:creationId xmlns:a16="http://schemas.microsoft.com/office/drawing/2014/main" id="{F666C14F-35E8-FFEF-BE1D-DD7174890D1D}"/>
              </a:ext>
            </a:extLst>
          </p:cNvPr>
          <p:cNvSpPr txBox="1">
            <a:spLocks noGrp="1"/>
          </p:cNvSpPr>
          <p:nvPr>
            <p:ph idx="1"/>
          </p:nvPr>
        </p:nvSpPr>
        <p:spPr>
          <a:xfrm>
            <a:off x="1254932" y="1236371"/>
            <a:ext cx="8977509" cy="4250711"/>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a:buChar char="•"/>
            </a:pPr>
            <a:r>
              <a:rPr lang="en-US" sz="3200">
                <a:solidFill>
                  <a:srgbClr val="000000"/>
                </a:solidFill>
                <a:ea typeface="+mn-lt"/>
                <a:cs typeface="+mn-lt"/>
              </a:rPr>
              <a:t>Build an inventory of 100~ frameworks</a:t>
            </a:r>
          </a:p>
          <a:p>
            <a:r>
              <a:rPr lang="en-US" sz="3200">
                <a:solidFill>
                  <a:srgbClr val="000000"/>
                </a:solidFill>
                <a:ea typeface="+mn-lt"/>
                <a:cs typeface="+mn-lt"/>
              </a:rPr>
              <a:t>Classify frameworks based on variables to solve that problem</a:t>
            </a:r>
          </a:p>
          <a:p>
            <a:r>
              <a:rPr lang="en-US" sz="3200">
                <a:solidFill>
                  <a:srgbClr val="000000"/>
                </a:solidFill>
                <a:ea typeface="+mn-lt"/>
                <a:cs typeface="+mn-lt"/>
              </a:rPr>
              <a:t>Building a database of frameworks</a:t>
            </a:r>
          </a:p>
          <a:p>
            <a:r>
              <a:rPr lang="en-US" sz="3200"/>
              <a:t>Stretch Goal:</a:t>
            </a:r>
            <a:r>
              <a:rPr lang="en-US" sz="3200">
                <a:solidFill>
                  <a:srgbClr val="000000"/>
                </a:solidFill>
                <a:ea typeface="+mn-lt"/>
                <a:cs typeface="+mn-lt"/>
              </a:rPr>
              <a:t> Build a light-weight recommendation engine</a:t>
            </a:r>
            <a:endParaRPr lang="en-US" sz="3200">
              <a:solidFill>
                <a:srgbClr val="000000"/>
              </a:solidFill>
            </a:endParaRPr>
          </a:p>
          <a:p>
            <a:endParaRPr lang="en-US" sz="3200"/>
          </a:p>
          <a:p>
            <a:endParaRPr lang="en-US" sz="3200"/>
          </a:p>
        </p:txBody>
      </p:sp>
    </p:spTree>
    <p:extLst>
      <p:ext uri="{BB962C8B-B14F-4D97-AF65-F5344CB8AC3E}">
        <p14:creationId xmlns:p14="http://schemas.microsoft.com/office/powerpoint/2010/main" val="3416423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2FB87-31A5-052A-9804-E4DC233FFF57}"/>
              </a:ext>
            </a:extLst>
          </p:cNvPr>
          <p:cNvSpPr>
            <a:spLocks noGrp="1"/>
          </p:cNvSpPr>
          <p:nvPr>
            <p:ph type="title" idx="4294967295"/>
          </p:nvPr>
        </p:nvSpPr>
        <p:spPr>
          <a:xfrm>
            <a:off x="449923" y="368910"/>
            <a:ext cx="8977312" cy="569094"/>
          </a:xfrm>
        </p:spPr>
        <p:txBody>
          <a:bodyPr>
            <a:normAutofit/>
          </a:bodyPr>
          <a:lstStyle/>
          <a:p>
            <a:r>
              <a:rPr lang="en-US" sz="2700"/>
              <a:t>Phase 1: Finding frameworks</a:t>
            </a:r>
          </a:p>
        </p:txBody>
      </p:sp>
      <p:sp>
        <p:nvSpPr>
          <p:cNvPr id="3" name="Content Placeholder 2">
            <a:extLst>
              <a:ext uri="{FF2B5EF4-FFF2-40B4-BE49-F238E27FC236}">
                <a16:creationId xmlns:a16="http://schemas.microsoft.com/office/drawing/2014/main" id="{223EB6EB-DF9B-C638-579C-0CD7F7AC2959}"/>
              </a:ext>
            </a:extLst>
          </p:cNvPr>
          <p:cNvSpPr>
            <a:spLocks noGrp="1"/>
          </p:cNvSpPr>
          <p:nvPr>
            <p:ph idx="4294967295"/>
          </p:nvPr>
        </p:nvSpPr>
        <p:spPr>
          <a:xfrm>
            <a:off x="447997" y="2348235"/>
            <a:ext cx="6266622" cy="2156158"/>
          </a:xfrm>
        </p:spPr>
        <p:txBody>
          <a:bodyPr vert="horz" lIns="91440" tIns="45720" rIns="91440" bIns="45720" rtlCol="0" anchor="t">
            <a:normAutofit fontScale="92500"/>
          </a:bodyPr>
          <a:lstStyle/>
          <a:p>
            <a:r>
              <a:rPr lang="en-US" sz="2400"/>
              <a:t>Our task was to find frameworks for the database/recommendation engine</a:t>
            </a:r>
          </a:p>
          <a:p>
            <a:r>
              <a:rPr lang="en-US" sz="2400"/>
              <a:t>Left column: 48 frameworks by </a:t>
            </a:r>
            <a:r>
              <a:rPr lang="en-US" sz="2400" err="1"/>
              <a:t>Activera</a:t>
            </a:r>
            <a:r>
              <a:rPr lang="en-US" sz="2400"/>
              <a:t> </a:t>
            </a:r>
          </a:p>
          <a:p>
            <a:r>
              <a:rPr lang="en-US" sz="2400"/>
              <a:t>Right column: 52 frameworks found by our group</a:t>
            </a:r>
          </a:p>
          <a:p>
            <a:pPr marL="0" indent="0">
              <a:buNone/>
            </a:pPr>
            <a:endParaRPr lang="en-US"/>
          </a:p>
          <a:p>
            <a:pPr marL="0" indent="0">
              <a:buNone/>
            </a:pPr>
            <a:endParaRPr lang="en-US"/>
          </a:p>
        </p:txBody>
      </p:sp>
      <p:pic>
        <p:nvPicPr>
          <p:cNvPr id="5" name="Picture 4">
            <a:extLst>
              <a:ext uri="{FF2B5EF4-FFF2-40B4-BE49-F238E27FC236}">
                <a16:creationId xmlns:a16="http://schemas.microsoft.com/office/drawing/2014/main" id="{4897D1E4-459E-7421-FDFC-E1363DE525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6725" y="279443"/>
            <a:ext cx="3403759" cy="6293742"/>
          </a:xfrm>
          <a:prstGeom prst="rect">
            <a:avLst/>
          </a:prstGeom>
          <a:ln>
            <a:solidFill>
              <a:schemeClr val="accent1"/>
            </a:solidFill>
          </a:ln>
        </p:spPr>
      </p:pic>
    </p:spTree>
    <p:extLst>
      <p:ext uri="{BB962C8B-B14F-4D97-AF65-F5344CB8AC3E}">
        <p14:creationId xmlns:p14="http://schemas.microsoft.com/office/powerpoint/2010/main" val="947267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2C9BF-3098-B057-B18C-1033F0BBC218}"/>
              </a:ext>
            </a:extLst>
          </p:cNvPr>
          <p:cNvSpPr>
            <a:spLocks noGrp="1"/>
          </p:cNvSpPr>
          <p:nvPr>
            <p:ph type="title"/>
          </p:nvPr>
        </p:nvSpPr>
        <p:spPr>
          <a:xfrm>
            <a:off x="1027139" y="388700"/>
            <a:ext cx="8977511" cy="1073825"/>
          </a:xfrm>
        </p:spPr>
        <p:txBody>
          <a:bodyPr/>
          <a:lstStyle/>
          <a:p>
            <a:r>
              <a:rPr lang="en-US"/>
              <a:t>Phase 2: Creating PowerPoints</a:t>
            </a:r>
          </a:p>
        </p:txBody>
      </p:sp>
      <p:sp>
        <p:nvSpPr>
          <p:cNvPr id="3" name="Content Placeholder 2">
            <a:extLst>
              <a:ext uri="{FF2B5EF4-FFF2-40B4-BE49-F238E27FC236}">
                <a16:creationId xmlns:a16="http://schemas.microsoft.com/office/drawing/2014/main" id="{5FF40E3A-5847-B3DB-2088-163D9491C8BA}"/>
              </a:ext>
            </a:extLst>
          </p:cNvPr>
          <p:cNvSpPr>
            <a:spLocks noGrp="1"/>
          </p:cNvSpPr>
          <p:nvPr>
            <p:ph idx="1"/>
          </p:nvPr>
        </p:nvSpPr>
        <p:spPr>
          <a:xfrm>
            <a:off x="1027139" y="1492925"/>
            <a:ext cx="3895453" cy="4435927"/>
          </a:xfrm>
        </p:spPr>
        <p:txBody>
          <a:bodyPr vert="horz" lIns="91440" tIns="45720" rIns="91440" bIns="45720" rtlCol="0" anchor="t">
            <a:normAutofit fontScale="40000" lnSpcReduction="20000"/>
          </a:bodyPr>
          <a:lstStyle/>
          <a:p>
            <a:r>
              <a:rPr lang="en-US" sz="5500"/>
              <a:t>The 100 frameworks were divided among 8 of us. </a:t>
            </a:r>
          </a:p>
          <a:p>
            <a:r>
              <a:rPr lang="en-US" sz="5500"/>
              <a:t>PowerPoints were made using the </a:t>
            </a:r>
            <a:r>
              <a:rPr lang="en-US" sz="5500" err="1"/>
              <a:t>Activera</a:t>
            </a:r>
            <a:r>
              <a:rPr lang="en-US" sz="5500"/>
              <a:t> template </a:t>
            </a:r>
          </a:p>
          <a:p>
            <a:r>
              <a:rPr lang="en-US" sz="5500"/>
              <a:t>Concept Introduction</a:t>
            </a:r>
            <a:endParaRPr lang="en-US"/>
          </a:p>
          <a:p>
            <a:r>
              <a:rPr lang="en-US" sz="5500"/>
              <a:t>Client Situation</a:t>
            </a:r>
            <a:endParaRPr lang="en-US"/>
          </a:p>
          <a:p>
            <a:r>
              <a:rPr lang="en-US" sz="5500"/>
              <a:t>Use-Case Example</a:t>
            </a:r>
            <a:endParaRPr lang="en-US"/>
          </a:p>
          <a:p>
            <a:r>
              <a:rPr lang="en-US" sz="5500"/>
              <a:t>Strengths Vs. Weaknesses</a:t>
            </a:r>
            <a:endParaRPr lang="en-US"/>
          </a:p>
          <a:p>
            <a:r>
              <a:rPr lang="en-US" sz="5500"/>
              <a:t>Graph</a:t>
            </a:r>
            <a:endParaRPr lang="en-US"/>
          </a:p>
          <a:p>
            <a:pPr marL="0" indent="0">
              <a:buNone/>
            </a:pPr>
            <a:r>
              <a:rPr lang="en-US" sz="5500"/>
              <a:t> </a:t>
            </a:r>
            <a:endParaRPr lang="en-US"/>
          </a:p>
          <a:p>
            <a:endParaRPr lang="en-US"/>
          </a:p>
        </p:txBody>
      </p:sp>
      <p:sp>
        <p:nvSpPr>
          <p:cNvPr id="6" name="TextBox 5">
            <a:extLst>
              <a:ext uri="{FF2B5EF4-FFF2-40B4-BE49-F238E27FC236}">
                <a16:creationId xmlns:a16="http://schemas.microsoft.com/office/drawing/2014/main" id="{600A24E9-A380-36D3-8FA2-BCECB02A257C}"/>
              </a:ext>
            </a:extLst>
          </p:cNvPr>
          <p:cNvSpPr txBox="1"/>
          <p:nvPr/>
        </p:nvSpPr>
        <p:spPr>
          <a:xfrm>
            <a:off x="4922592" y="5094528"/>
            <a:ext cx="4748983" cy="369332"/>
          </a:xfrm>
          <a:prstGeom prst="rect">
            <a:avLst/>
          </a:prstGeom>
          <a:noFill/>
        </p:spPr>
        <p:txBody>
          <a:bodyPr wrap="square" rtlCol="0">
            <a:spAutoFit/>
          </a:bodyPr>
          <a:lstStyle/>
          <a:p>
            <a:r>
              <a:rPr lang="en-US" b="1"/>
              <a:t>Example: </a:t>
            </a:r>
          </a:p>
        </p:txBody>
      </p:sp>
      <p:sp>
        <p:nvSpPr>
          <p:cNvPr id="7" name="Rectangle 1">
            <a:extLst>
              <a:ext uri="{FF2B5EF4-FFF2-40B4-BE49-F238E27FC236}">
                <a16:creationId xmlns:a16="http://schemas.microsoft.com/office/drawing/2014/main" id="{D60300E3-D0B4-BF61-582F-331A77801A37}"/>
              </a:ext>
            </a:extLst>
          </p:cNvPr>
          <p:cNvSpPr>
            <a:spLocks noChangeArrowheads="1"/>
          </p:cNvSpPr>
          <p:nvPr/>
        </p:nvSpPr>
        <p:spPr bwMode="auto">
          <a:xfrm>
            <a:off x="5850191" y="5094528"/>
            <a:ext cx="541757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hlinkClick r:id="rId3"/>
              </a:rPr>
              <a:t>FMEA (Failure Mode and Effects Analysis!).pptx</a:t>
            </a:r>
            <a:endParaRPr kumimoji="0" lang="en-US" altLang="en-US" sz="1800" b="1" i="0" u="none" strike="noStrike" cap="none" normalizeH="0" baseline="0">
              <a:ln>
                <a:noFill/>
              </a:ln>
              <a:solidFill>
                <a:schemeClr val="tx1"/>
              </a:solidFill>
              <a:effectLst/>
              <a:latin typeface="Arial" panose="020B0604020202020204" pitchFamily="34" charset="0"/>
            </a:endParaRPr>
          </a:p>
        </p:txBody>
      </p:sp>
      <p:pic>
        <p:nvPicPr>
          <p:cNvPr id="4" name="Picture 3" descr="A close-up of a text&#10;&#10;Description automatically generated">
            <a:extLst>
              <a:ext uri="{FF2B5EF4-FFF2-40B4-BE49-F238E27FC236}">
                <a16:creationId xmlns:a16="http://schemas.microsoft.com/office/drawing/2014/main" id="{078C51BE-50B7-EF7E-238F-0E91C2746B6E}"/>
              </a:ext>
            </a:extLst>
          </p:cNvPr>
          <p:cNvPicPr>
            <a:picLocks noChangeAspect="1"/>
          </p:cNvPicPr>
          <p:nvPr/>
        </p:nvPicPr>
        <p:blipFill>
          <a:blip r:embed="rId4"/>
          <a:stretch>
            <a:fillRect/>
          </a:stretch>
        </p:blipFill>
        <p:spPr>
          <a:xfrm>
            <a:off x="5852781" y="1464216"/>
            <a:ext cx="3014241" cy="1698172"/>
          </a:xfrm>
          <a:prstGeom prst="rect">
            <a:avLst/>
          </a:prstGeom>
        </p:spPr>
      </p:pic>
      <p:pic>
        <p:nvPicPr>
          <p:cNvPr id="5" name="Picture 4" descr="A screenshot of a document&#10;&#10;Description automatically generated">
            <a:extLst>
              <a:ext uri="{FF2B5EF4-FFF2-40B4-BE49-F238E27FC236}">
                <a16:creationId xmlns:a16="http://schemas.microsoft.com/office/drawing/2014/main" id="{265C19B4-52D8-9AEC-2411-6EC66624DDD8}"/>
              </a:ext>
            </a:extLst>
          </p:cNvPr>
          <p:cNvPicPr>
            <a:picLocks noChangeAspect="1"/>
          </p:cNvPicPr>
          <p:nvPr/>
        </p:nvPicPr>
        <p:blipFill>
          <a:blip r:embed="rId5"/>
          <a:stretch>
            <a:fillRect/>
          </a:stretch>
        </p:blipFill>
        <p:spPr>
          <a:xfrm>
            <a:off x="6393855" y="1960498"/>
            <a:ext cx="3009244" cy="1691748"/>
          </a:xfrm>
          <a:prstGeom prst="rect">
            <a:avLst/>
          </a:prstGeom>
        </p:spPr>
      </p:pic>
      <p:pic>
        <p:nvPicPr>
          <p:cNvPr id="8" name="Picture 7" descr="A white background with blue text&#10;&#10;Description automatically generated">
            <a:extLst>
              <a:ext uri="{FF2B5EF4-FFF2-40B4-BE49-F238E27FC236}">
                <a16:creationId xmlns:a16="http://schemas.microsoft.com/office/drawing/2014/main" id="{1F247B3B-B01E-796C-8197-BC0542864AB1}"/>
              </a:ext>
            </a:extLst>
          </p:cNvPr>
          <p:cNvPicPr>
            <a:picLocks noChangeAspect="1"/>
          </p:cNvPicPr>
          <p:nvPr/>
        </p:nvPicPr>
        <p:blipFill>
          <a:blip r:embed="rId6"/>
          <a:stretch>
            <a:fillRect/>
          </a:stretch>
        </p:blipFill>
        <p:spPr>
          <a:xfrm>
            <a:off x="6996400" y="2599990"/>
            <a:ext cx="3007029" cy="1661947"/>
          </a:xfrm>
          <a:prstGeom prst="rect">
            <a:avLst/>
          </a:prstGeom>
        </p:spPr>
      </p:pic>
      <p:pic>
        <p:nvPicPr>
          <p:cNvPr id="10" name="Picture 9">
            <a:extLst>
              <a:ext uri="{FF2B5EF4-FFF2-40B4-BE49-F238E27FC236}">
                <a16:creationId xmlns:a16="http://schemas.microsoft.com/office/drawing/2014/main" id="{0AF398A0-7BDD-03D6-50DC-C34BCF98B1B0}"/>
              </a:ext>
            </a:extLst>
          </p:cNvPr>
          <p:cNvPicPr>
            <a:picLocks noChangeAspect="1"/>
          </p:cNvPicPr>
          <p:nvPr/>
        </p:nvPicPr>
        <p:blipFill>
          <a:blip r:embed="rId7"/>
          <a:stretch>
            <a:fillRect/>
          </a:stretch>
        </p:blipFill>
        <p:spPr>
          <a:xfrm>
            <a:off x="7636149" y="3099229"/>
            <a:ext cx="3037115" cy="1729375"/>
          </a:xfrm>
          <a:prstGeom prst="rect">
            <a:avLst/>
          </a:prstGeom>
        </p:spPr>
      </p:pic>
    </p:spTree>
    <p:extLst>
      <p:ext uri="{BB962C8B-B14F-4D97-AF65-F5344CB8AC3E}">
        <p14:creationId xmlns:p14="http://schemas.microsoft.com/office/powerpoint/2010/main" val="3182074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0461F-0C34-3D54-AD16-94E11DC942F6}"/>
              </a:ext>
            </a:extLst>
          </p:cNvPr>
          <p:cNvSpPr>
            <a:spLocks noGrp="1"/>
          </p:cNvSpPr>
          <p:nvPr>
            <p:ph type="title"/>
          </p:nvPr>
        </p:nvSpPr>
        <p:spPr>
          <a:xfrm>
            <a:off x="1080673" y="1537847"/>
            <a:ext cx="4899502" cy="909159"/>
          </a:xfrm>
          <a:noFill/>
        </p:spPr>
        <p:txBody>
          <a:bodyPr>
            <a:noAutofit/>
          </a:bodyPr>
          <a:lstStyle/>
          <a:p>
            <a:pPr>
              <a:lnSpc>
                <a:spcPct val="110000"/>
              </a:lnSpc>
            </a:pPr>
            <a:r>
              <a:rPr lang="en-US" sz="2400">
                <a:latin typeface="Trade Gothic Next Cond"/>
              </a:rPr>
              <a:t>Phase 3: Refining Classifications</a:t>
            </a:r>
            <a:endParaRPr lang="en-US" sz="2400"/>
          </a:p>
        </p:txBody>
      </p:sp>
      <p:sp>
        <p:nvSpPr>
          <p:cNvPr id="12" name="Content Placeholder 11">
            <a:extLst>
              <a:ext uri="{FF2B5EF4-FFF2-40B4-BE49-F238E27FC236}">
                <a16:creationId xmlns:a16="http://schemas.microsoft.com/office/drawing/2014/main" id="{55D8D656-7080-7EBB-0582-EF6BBC03995E}"/>
              </a:ext>
            </a:extLst>
          </p:cNvPr>
          <p:cNvSpPr>
            <a:spLocks noGrp="1"/>
          </p:cNvSpPr>
          <p:nvPr>
            <p:ph idx="1"/>
          </p:nvPr>
        </p:nvSpPr>
        <p:spPr>
          <a:xfrm>
            <a:off x="1080673" y="2447005"/>
            <a:ext cx="4899503" cy="3345969"/>
          </a:xfrm>
        </p:spPr>
        <p:txBody>
          <a:bodyPr anchor="ctr">
            <a:normAutofit/>
          </a:bodyPr>
          <a:lstStyle/>
          <a:p>
            <a:r>
              <a:rPr lang="en-US" sz="2000"/>
              <a:t>New parameters were added to better align frameworks with client needs.</a:t>
            </a:r>
          </a:p>
          <a:p>
            <a:r>
              <a:rPr lang="en-US" sz="2000"/>
              <a:t>Replaced ‘</a:t>
            </a:r>
            <a:r>
              <a:rPr lang="en-US" sz="2000" err="1"/>
              <a:t>Planning</a:t>
            </a:r>
            <a:r>
              <a:rPr lang="en-US" sz="2000"/>
              <a:t> Type’ with an ‘Ease of Integration’ scale to enhance user experience.</a:t>
            </a:r>
          </a:p>
          <a:p>
            <a:endParaRPr lang="en-US" sz="2000"/>
          </a:p>
        </p:txBody>
      </p:sp>
      <p:graphicFrame>
        <p:nvGraphicFramePr>
          <p:cNvPr id="4" name="Table 3">
            <a:extLst>
              <a:ext uri="{FF2B5EF4-FFF2-40B4-BE49-F238E27FC236}">
                <a16:creationId xmlns:a16="http://schemas.microsoft.com/office/drawing/2014/main" id="{B5CED831-E6DA-221E-2456-42FDEB371821}"/>
              </a:ext>
            </a:extLst>
          </p:cNvPr>
          <p:cNvGraphicFramePr>
            <a:graphicFrameLocks noGrp="1"/>
          </p:cNvGraphicFramePr>
          <p:nvPr>
            <p:extLst>
              <p:ext uri="{D42A27DB-BD31-4B8C-83A1-F6EECF244321}">
                <p14:modId xmlns:p14="http://schemas.microsoft.com/office/powerpoint/2010/main" val="3563790948"/>
              </p:ext>
            </p:extLst>
          </p:nvPr>
        </p:nvGraphicFramePr>
        <p:xfrm>
          <a:off x="6211826" y="1083269"/>
          <a:ext cx="4899501" cy="4709706"/>
        </p:xfrm>
        <a:graphic>
          <a:graphicData uri="http://schemas.openxmlformats.org/drawingml/2006/table">
            <a:tbl>
              <a:tblPr firstRow="1" firstCol="1" bandRow="1">
                <a:tableStyleId>{5940675A-B579-460E-94D1-54222C63F5DA}</a:tableStyleId>
              </a:tblPr>
              <a:tblGrid>
                <a:gridCol w="2225719">
                  <a:extLst>
                    <a:ext uri="{9D8B030D-6E8A-4147-A177-3AD203B41FA5}">
                      <a16:colId xmlns:a16="http://schemas.microsoft.com/office/drawing/2014/main" val="2447522797"/>
                    </a:ext>
                  </a:extLst>
                </a:gridCol>
                <a:gridCol w="2673782">
                  <a:extLst>
                    <a:ext uri="{9D8B030D-6E8A-4147-A177-3AD203B41FA5}">
                      <a16:colId xmlns:a16="http://schemas.microsoft.com/office/drawing/2014/main" val="2059406441"/>
                    </a:ext>
                  </a:extLst>
                </a:gridCol>
              </a:tblGrid>
              <a:tr h="968771">
                <a:tc>
                  <a:txBody>
                    <a:bodyPr/>
                    <a:lstStyle/>
                    <a:p>
                      <a:pPr marL="0" marR="0" algn="ctr">
                        <a:lnSpc>
                          <a:spcPct val="107000"/>
                        </a:lnSpc>
                        <a:spcAft>
                          <a:spcPts val="800"/>
                        </a:spcAft>
                      </a:pPr>
                      <a:r>
                        <a:rPr lang="en-US" sz="2000" b="1" kern="100" cap="none" spc="0">
                          <a:solidFill>
                            <a:schemeClr val="tx1"/>
                          </a:solidFill>
                          <a:effectLst/>
                        </a:rPr>
                        <a:t>Original Parameters</a:t>
                      </a:r>
                      <a:endParaRPr lang="en-US" sz="2000" b="1"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95500" marR="202548" marT="150384" marB="150384" anchor="ctr"/>
                </a:tc>
                <a:tc>
                  <a:txBody>
                    <a:bodyPr/>
                    <a:lstStyle/>
                    <a:p>
                      <a:pPr marL="0" marR="0" algn="ctr">
                        <a:lnSpc>
                          <a:spcPct val="107000"/>
                        </a:lnSpc>
                        <a:spcAft>
                          <a:spcPts val="800"/>
                        </a:spcAft>
                      </a:pPr>
                      <a:r>
                        <a:rPr lang="en-US" sz="2000" b="1" kern="100" cap="none" spc="0">
                          <a:solidFill>
                            <a:schemeClr val="tx1"/>
                          </a:solidFill>
                          <a:effectLst/>
                        </a:rPr>
                        <a:t>Additional Parameters</a:t>
                      </a:r>
                      <a:endParaRPr lang="en-US" sz="2000" b="1" kern="100" cap="none" spc="0">
                        <a:solidFill>
                          <a:schemeClr val="tx1"/>
                        </a:solidFill>
                        <a:effectLst/>
                        <a:latin typeface="Trade Gothic Next Light (Body)"/>
                        <a:ea typeface="Aptos" panose="020B0004020202020204" pitchFamily="34" charset="0"/>
                        <a:cs typeface="Times New Roman" panose="02020603050405020304" pitchFamily="18" charset="0"/>
                      </a:endParaRPr>
                    </a:p>
                  </a:txBody>
                  <a:tcPr marL="195500" marR="202548" marT="150384" marB="150384" anchor="ctr"/>
                </a:tc>
                <a:extLst>
                  <a:ext uri="{0D108BD9-81ED-4DB2-BD59-A6C34878D82A}">
                    <a16:rowId xmlns:a16="http://schemas.microsoft.com/office/drawing/2014/main" val="2648883932"/>
                  </a:ext>
                </a:extLst>
              </a:tr>
              <a:tr h="3740935">
                <a:tc>
                  <a:txBody>
                    <a:bodyPr/>
                    <a:lstStyle/>
                    <a:p>
                      <a:pPr marL="342900" marR="0" indent="-342900" algn="l">
                        <a:lnSpc>
                          <a:spcPct val="107000"/>
                        </a:lnSpc>
                        <a:spcAft>
                          <a:spcPts val="800"/>
                        </a:spcAft>
                        <a:buFont typeface="Arial" panose="020B0604020202020204" pitchFamily="34" charset="0"/>
                        <a:buChar char="•"/>
                      </a:pPr>
                      <a:r>
                        <a:rPr lang="en-US" sz="2000" b="1" kern="100" cap="none" spc="0">
                          <a:solidFill>
                            <a:schemeClr val="tx1"/>
                          </a:solidFill>
                          <a:effectLst/>
                        </a:rPr>
                        <a:t>Change Factor</a:t>
                      </a:r>
                    </a:p>
                    <a:p>
                      <a:pPr marL="342900" marR="0" indent="-342900" algn="l">
                        <a:lnSpc>
                          <a:spcPct val="107000"/>
                        </a:lnSpc>
                        <a:spcAft>
                          <a:spcPts val="800"/>
                        </a:spcAft>
                        <a:buFont typeface="Arial" panose="020B0604020202020204" pitchFamily="34" charset="0"/>
                        <a:buChar char="•"/>
                      </a:pPr>
                      <a:r>
                        <a:rPr lang="en-US" sz="2000" b="1" kern="100" cap="none" spc="0">
                          <a:solidFill>
                            <a:schemeClr val="tx1"/>
                          </a:solidFill>
                          <a:effectLst/>
                        </a:rPr>
                        <a:t>Planning Type</a:t>
                      </a:r>
                    </a:p>
                    <a:p>
                      <a:pPr marL="342900" marR="0" indent="-342900" algn="l">
                        <a:lnSpc>
                          <a:spcPct val="107000"/>
                        </a:lnSpc>
                        <a:spcAft>
                          <a:spcPts val="800"/>
                        </a:spcAft>
                        <a:buFont typeface="Arial" panose="020B0604020202020204" pitchFamily="34" charset="0"/>
                        <a:buChar char="•"/>
                      </a:pPr>
                      <a:r>
                        <a:rPr lang="en-US" sz="2000" b="1" kern="100" cap="none" spc="0">
                          <a:solidFill>
                            <a:schemeClr val="tx1"/>
                          </a:solidFill>
                          <a:effectLst/>
                        </a:rPr>
                        <a:t>Timeline Range</a:t>
                      </a:r>
                    </a:p>
                    <a:p>
                      <a:pPr marL="342900" marR="0" indent="-342900" algn="l">
                        <a:lnSpc>
                          <a:spcPct val="107000"/>
                        </a:lnSpc>
                        <a:spcAft>
                          <a:spcPts val="800"/>
                        </a:spcAft>
                        <a:buFont typeface="Arial" panose="020B0604020202020204" pitchFamily="34" charset="0"/>
                        <a:buChar char="•"/>
                      </a:pPr>
                      <a:r>
                        <a:rPr lang="en-US" sz="2000" b="1" kern="100" cap="none" spc="0">
                          <a:solidFill>
                            <a:schemeClr val="tx1"/>
                          </a:solidFill>
                          <a:effectLst/>
                        </a:rPr>
                        <a:t>Problem Type</a:t>
                      </a:r>
                    </a:p>
                    <a:p>
                      <a:pPr marL="342900" marR="0" indent="-342900" algn="l">
                        <a:lnSpc>
                          <a:spcPct val="107000"/>
                        </a:lnSpc>
                        <a:spcAft>
                          <a:spcPts val="800"/>
                        </a:spcAft>
                        <a:buFont typeface="Arial" panose="020B0604020202020204" pitchFamily="34" charset="0"/>
                        <a:buChar char="•"/>
                      </a:pPr>
                      <a:r>
                        <a:rPr lang="en-US" sz="2000" b="1" kern="100" cap="none" spc="0">
                          <a:solidFill>
                            <a:schemeClr val="tx1"/>
                          </a:solidFill>
                          <a:effectLst/>
                        </a:rPr>
                        <a:t>Repeatability</a:t>
                      </a:r>
                      <a:endParaRPr lang="en-US" sz="2000" b="1" kern="100" cap="none" spc="0">
                        <a:solidFill>
                          <a:schemeClr val="tx1"/>
                        </a:solidFill>
                        <a:effectLst/>
                        <a:latin typeface="Aptos" panose="020B0004020202020204" pitchFamily="34" charset="0"/>
                        <a:cs typeface="Times New Roman" panose="02020603050405020304" pitchFamily="18" charset="0"/>
                      </a:endParaRPr>
                    </a:p>
                  </a:txBody>
                  <a:tcPr marL="195500" marR="202548" marT="150384" marB="150384" anchor="ctr"/>
                </a:tc>
                <a:tc>
                  <a:txBody>
                    <a:bodyPr/>
                    <a:lstStyle/>
                    <a:p>
                      <a:pPr marL="342900" marR="0" indent="-342900" algn="l">
                        <a:lnSpc>
                          <a:spcPct val="107000"/>
                        </a:lnSpc>
                        <a:spcAft>
                          <a:spcPts val="800"/>
                        </a:spcAft>
                        <a:buFont typeface="Arial" panose="020B0604020202020204" pitchFamily="34" charset="0"/>
                        <a:buChar char="•"/>
                      </a:pPr>
                      <a:r>
                        <a:rPr lang="en-US" sz="2000" b="1" kern="100" cap="none" spc="0">
                          <a:solidFill>
                            <a:schemeClr val="tx1"/>
                          </a:solidFill>
                          <a:effectLst/>
                        </a:rPr>
                        <a:t>Ease of Integration</a:t>
                      </a:r>
                    </a:p>
                    <a:p>
                      <a:pPr marL="342900" marR="0" indent="-342900" algn="l">
                        <a:lnSpc>
                          <a:spcPct val="107000"/>
                        </a:lnSpc>
                        <a:spcAft>
                          <a:spcPts val="800"/>
                        </a:spcAft>
                        <a:buFont typeface="Arial" panose="020B0604020202020204" pitchFamily="34" charset="0"/>
                        <a:buChar char="•"/>
                      </a:pPr>
                      <a:r>
                        <a:rPr lang="en-US" sz="2000" b="1" kern="100" cap="none" spc="0">
                          <a:solidFill>
                            <a:schemeClr val="tx1"/>
                          </a:solidFill>
                          <a:effectLst/>
                        </a:rPr>
                        <a:t>Market Dynamics</a:t>
                      </a:r>
                    </a:p>
                    <a:p>
                      <a:pPr marL="342900" marR="0" indent="-342900" algn="l">
                        <a:lnSpc>
                          <a:spcPct val="107000"/>
                        </a:lnSpc>
                        <a:spcAft>
                          <a:spcPts val="800"/>
                        </a:spcAft>
                        <a:buFont typeface="Arial" panose="020B0604020202020204" pitchFamily="34" charset="0"/>
                        <a:buChar char="•"/>
                      </a:pPr>
                      <a:r>
                        <a:rPr lang="en-US" sz="2000" b="1" kern="100" cap="none" spc="0">
                          <a:solidFill>
                            <a:schemeClr val="tx1"/>
                          </a:solidFill>
                          <a:effectLst/>
                        </a:rPr>
                        <a:t>Risk Tolerance</a:t>
                      </a:r>
                    </a:p>
                    <a:p>
                      <a:pPr marL="342900" marR="0" indent="-342900" algn="l">
                        <a:lnSpc>
                          <a:spcPct val="107000"/>
                        </a:lnSpc>
                        <a:spcAft>
                          <a:spcPts val="800"/>
                        </a:spcAft>
                        <a:buFont typeface="Arial" panose="020B0604020202020204" pitchFamily="34" charset="0"/>
                        <a:buChar char="•"/>
                      </a:pPr>
                      <a:r>
                        <a:rPr lang="en-US" sz="2000" b="1" kern="100" cap="none" spc="0">
                          <a:solidFill>
                            <a:schemeClr val="tx1"/>
                          </a:solidFill>
                          <a:effectLst/>
                        </a:rPr>
                        <a:t>Organization Structure</a:t>
                      </a:r>
                    </a:p>
                    <a:p>
                      <a:pPr marL="342900" marR="0" indent="-342900" algn="l">
                        <a:lnSpc>
                          <a:spcPct val="107000"/>
                        </a:lnSpc>
                        <a:spcAft>
                          <a:spcPts val="800"/>
                        </a:spcAft>
                        <a:buFont typeface="Arial" panose="020B0604020202020204" pitchFamily="34" charset="0"/>
                        <a:buChar char="•"/>
                      </a:pPr>
                      <a:r>
                        <a:rPr lang="en-US" sz="2000" b="1" kern="100" cap="none" spc="0">
                          <a:solidFill>
                            <a:schemeClr val="tx1"/>
                          </a:solidFill>
                          <a:effectLst/>
                        </a:rPr>
                        <a:t>Company Size</a:t>
                      </a:r>
                      <a:endParaRPr lang="en-US" sz="2000" b="1" kern="100" cap="none" spc="0">
                        <a:solidFill>
                          <a:schemeClr val="tx1"/>
                        </a:solidFill>
                        <a:effectLst/>
                        <a:latin typeface="+mn-lt"/>
                        <a:cs typeface="Times New Roman" panose="02020603050405020304" pitchFamily="18" charset="0"/>
                      </a:endParaRPr>
                    </a:p>
                  </a:txBody>
                  <a:tcPr marL="195500" marR="202548" marT="150384" marB="150384" anchor="ctr"/>
                </a:tc>
                <a:extLst>
                  <a:ext uri="{0D108BD9-81ED-4DB2-BD59-A6C34878D82A}">
                    <a16:rowId xmlns:a16="http://schemas.microsoft.com/office/drawing/2014/main" val="3887746785"/>
                  </a:ext>
                </a:extLst>
              </a:tr>
            </a:tbl>
          </a:graphicData>
        </a:graphic>
      </p:graphicFrame>
    </p:spTree>
    <p:extLst>
      <p:ext uri="{BB962C8B-B14F-4D97-AF65-F5344CB8AC3E}">
        <p14:creationId xmlns:p14="http://schemas.microsoft.com/office/powerpoint/2010/main" val="4263784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1930C-1053-A38B-BE4C-C533EC4776AE}"/>
              </a:ext>
            </a:extLst>
          </p:cNvPr>
          <p:cNvSpPr>
            <a:spLocks noGrp="1"/>
          </p:cNvSpPr>
          <p:nvPr>
            <p:ph type="title"/>
          </p:nvPr>
        </p:nvSpPr>
        <p:spPr/>
        <p:txBody>
          <a:bodyPr/>
          <a:lstStyle/>
          <a:p>
            <a:r>
              <a:rPr lang="en-US"/>
              <a:t>Phase 4: Classifying Frameworks</a:t>
            </a:r>
          </a:p>
        </p:txBody>
      </p:sp>
      <p:sp>
        <p:nvSpPr>
          <p:cNvPr id="4" name="Text Placeholder 3">
            <a:extLst>
              <a:ext uri="{FF2B5EF4-FFF2-40B4-BE49-F238E27FC236}">
                <a16:creationId xmlns:a16="http://schemas.microsoft.com/office/drawing/2014/main" id="{CA47B352-AFCC-B029-E2B3-4D30C6986A91}"/>
              </a:ext>
            </a:extLst>
          </p:cNvPr>
          <p:cNvSpPr>
            <a:spLocks noGrp="1"/>
          </p:cNvSpPr>
          <p:nvPr>
            <p:ph type="body" idx="1"/>
          </p:nvPr>
        </p:nvSpPr>
        <p:spPr/>
        <p:txBody>
          <a:bodyPr>
            <a:normAutofit/>
          </a:bodyPr>
          <a:lstStyle/>
          <a:p>
            <a:r>
              <a:rPr lang="en-US"/>
              <a:t>How Frameworks were classified</a:t>
            </a:r>
          </a:p>
        </p:txBody>
      </p:sp>
      <p:sp>
        <p:nvSpPr>
          <p:cNvPr id="3" name="Content Placeholder 2">
            <a:extLst>
              <a:ext uri="{FF2B5EF4-FFF2-40B4-BE49-F238E27FC236}">
                <a16:creationId xmlns:a16="http://schemas.microsoft.com/office/drawing/2014/main" id="{DEFD2B12-4A98-4226-2BDB-5DA5A230E9EC}"/>
              </a:ext>
            </a:extLst>
          </p:cNvPr>
          <p:cNvSpPr>
            <a:spLocks noGrp="1"/>
          </p:cNvSpPr>
          <p:nvPr>
            <p:ph sz="half" idx="2"/>
          </p:nvPr>
        </p:nvSpPr>
        <p:spPr/>
        <p:txBody>
          <a:bodyPr vert="horz" lIns="91440" tIns="45720" rIns="91440" bIns="45720" rtlCol="0" anchor="t">
            <a:normAutofit/>
          </a:bodyPr>
          <a:lstStyle/>
          <a:p>
            <a:r>
              <a:rPr lang="en-US"/>
              <a:t>We enlisted the help of Artificial Intelligence chatbots to analyze descriptions of the 100 Frameworks we worked on to determine the most relevant classifications. </a:t>
            </a:r>
          </a:p>
          <a:p>
            <a:endParaRPr lang="en-US"/>
          </a:p>
        </p:txBody>
      </p:sp>
      <p:sp>
        <p:nvSpPr>
          <p:cNvPr id="7" name="TextBox 6">
            <a:extLst>
              <a:ext uri="{FF2B5EF4-FFF2-40B4-BE49-F238E27FC236}">
                <a16:creationId xmlns:a16="http://schemas.microsoft.com/office/drawing/2014/main" id="{04465550-0A9B-5D3B-8EBD-19BD903C245D}"/>
              </a:ext>
            </a:extLst>
          </p:cNvPr>
          <p:cNvSpPr txBox="1"/>
          <p:nvPr/>
        </p:nvSpPr>
        <p:spPr>
          <a:xfrm>
            <a:off x="1018602" y="5654232"/>
            <a:ext cx="524147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Excel Document:</a:t>
            </a:r>
            <a:r>
              <a:rPr lang="en-US" sz="2000">
                <a:ea typeface="+mn-lt"/>
                <a:cs typeface="+mn-lt"/>
              </a:rPr>
              <a:t> </a:t>
            </a:r>
            <a:r>
              <a:rPr lang="en-US" sz="2000" err="1">
                <a:ea typeface="+mn-lt"/>
                <a:cs typeface="+mn-lt"/>
                <a:hlinkClick r:id="rId3"/>
              </a:rPr>
              <a:t>Activera</a:t>
            </a:r>
            <a:r>
              <a:rPr lang="en-US" sz="2000">
                <a:ea typeface="+mn-lt"/>
                <a:cs typeface="+mn-lt"/>
                <a:hlinkClick r:id="rId3"/>
              </a:rPr>
              <a:t> Consulting Framework Finding Engine</a:t>
            </a:r>
            <a:endParaRPr lang="en-US" sz="2000"/>
          </a:p>
        </p:txBody>
      </p:sp>
      <p:sp>
        <p:nvSpPr>
          <p:cNvPr id="9" name="Content Placeholder 8">
            <a:extLst>
              <a:ext uri="{FF2B5EF4-FFF2-40B4-BE49-F238E27FC236}">
                <a16:creationId xmlns:a16="http://schemas.microsoft.com/office/drawing/2014/main" id="{4B11C4C8-99D4-F2A3-B727-907A1F924F57}"/>
              </a:ext>
            </a:extLst>
          </p:cNvPr>
          <p:cNvSpPr>
            <a:spLocks noGrp="1"/>
          </p:cNvSpPr>
          <p:nvPr>
            <p:ph sz="quarter" idx="4"/>
          </p:nvPr>
        </p:nvSpPr>
        <p:spPr/>
        <p:txBody>
          <a:bodyPr vert="horz" lIns="91440" tIns="45720" rIns="91440" bIns="45720" rtlCol="0" anchor="t">
            <a:normAutofit/>
          </a:bodyPr>
          <a:lstStyle/>
          <a:p>
            <a:r>
              <a:rPr lang="en-US"/>
              <a:t>Engines such as ChatGPT and Perplexity were used in our framework categorization</a:t>
            </a:r>
          </a:p>
        </p:txBody>
      </p:sp>
      <p:pic>
        <p:nvPicPr>
          <p:cNvPr id="12" name="Picture 11" descr="ChatGPT - Wikipedia">
            <a:extLst>
              <a:ext uri="{FF2B5EF4-FFF2-40B4-BE49-F238E27FC236}">
                <a16:creationId xmlns:a16="http://schemas.microsoft.com/office/drawing/2014/main" id="{50FF2B4C-A2E7-CCDC-5C6E-6ED5616C7E0D}"/>
              </a:ext>
            </a:extLst>
          </p:cNvPr>
          <p:cNvPicPr>
            <a:picLocks noChangeAspect="1"/>
          </p:cNvPicPr>
          <p:nvPr/>
        </p:nvPicPr>
        <p:blipFill>
          <a:blip r:embed="rId4"/>
          <a:stretch>
            <a:fillRect/>
          </a:stretch>
        </p:blipFill>
        <p:spPr>
          <a:xfrm>
            <a:off x="6498471" y="3868946"/>
            <a:ext cx="2143125" cy="2143125"/>
          </a:xfrm>
          <a:prstGeom prst="rect">
            <a:avLst/>
          </a:prstGeom>
        </p:spPr>
      </p:pic>
      <p:pic>
        <p:nvPicPr>
          <p:cNvPr id="13" name="Picture 12" descr="Perplexity AI Reviews, Features &amp; Pricing 2024 | Wheelhouse">
            <a:extLst>
              <a:ext uri="{FF2B5EF4-FFF2-40B4-BE49-F238E27FC236}">
                <a16:creationId xmlns:a16="http://schemas.microsoft.com/office/drawing/2014/main" id="{DF9AA66C-FF76-2953-00ED-EBE064C9633E}"/>
              </a:ext>
            </a:extLst>
          </p:cNvPr>
          <p:cNvPicPr>
            <a:picLocks noChangeAspect="1"/>
          </p:cNvPicPr>
          <p:nvPr/>
        </p:nvPicPr>
        <p:blipFill>
          <a:blip r:embed="rId5"/>
          <a:stretch>
            <a:fillRect/>
          </a:stretch>
        </p:blipFill>
        <p:spPr>
          <a:xfrm>
            <a:off x="9134007" y="3868711"/>
            <a:ext cx="2168578" cy="2106119"/>
          </a:xfrm>
          <a:prstGeom prst="rect">
            <a:avLst/>
          </a:prstGeom>
        </p:spPr>
      </p:pic>
    </p:spTree>
    <p:extLst>
      <p:ext uri="{BB962C8B-B14F-4D97-AF65-F5344CB8AC3E}">
        <p14:creationId xmlns:p14="http://schemas.microsoft.com/office/powerpoint/2010/main" val="223344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4A1F6-1118-36A4-C7E1-8C01FD48BFED}"/>
              </a:ext>
            </a:extLst>
          </p:cNvPr>
          <p:cNvSpPr>
            <a:spLocks noGrp="1"/>
          </p:cNvSpPr>
          <p:nvPr>
            <p:ph type="title"/>
          </p:nvPr>
        </p:nvSpPr>
        <p:spPr/>
        <p:txBody>
          <a:bodyPr/>
          <a:lstStyle/>
          <a:p>
            <a:r>
              <a:rPr lang="en-US"/>
              <a:t>DEMO Slide</a:t>
            </a:r>
          </a:p>
        </p:txBody>
      </p:sp>
      <p:sp>
        <p:nvSpPr>
          <p:cNvPr id="3" name="Text Placeholder 2">
            <a:extLst>
              <a:ext uri="{FF2B5EF4-FFF2-40B4-BE49-F238E27FC236}">
                <a16:creationId xmlns:a16="http://schemas.microsoft.com/office/drawing/2014/main" id="{3AD86D22-EBB8-7D11-ED86-16C41A05BEF1}"/>
              </a:ext>
            </a:extLst>
          </p:cNvPr>
          <p:cNvSpPr>
            <a:spLocks noGrp="1"/>
          </p:cNvSpPr>
          <p:nvPr>
            <p:ph type="body" idx="1"/>
          </p:nvPr>
        </p:nvSpPr>
        <p:spPr/>
        <p:txBody>
          <a:bodyPr/>
          <a:lstStyle/>
          <a:p>
            <a:r>
              <a:rPr lang="en-US"/>
              <a:t>Company X Parameters </a:t>
            </a:r>
          </a:p>
        </p:txBody>
      </p:sp>
      <p:sp>
        <p:nvSpPr>
          <p:cNvPr id="5" name="Text Placeholder 4">
            <a:extLst>
              <a:ext uri="{FF2B5EF4-FFF2-40B4-BE49-F238E27FC236}">
                <a16:creationId xmlns:a16="http://schemas.microsoft.com/office/drawing/2014/main" id="{64D04991-23F3-5A04-B985-106FA214CEFF}"/>
              </a:ext>
            </a:extLst>
          </p:cNvPr>
          <p:cNvSpPr>
            <a:spLocks noGrp="1"/>
          </p:cNvSpPr>
          <p:nvPr>
            <p:ph type="body" sz="quarter" idx="3"/>
          </p:nvPr>
        </p:nvSpPr>
        <p:spPr/>
        <p:txBody>
          <a:bodyPr/>
          <a:lstStyle/>
          <a:p>
            <a:r>
              <a:rPr lang="en-US"/>
              <a:t>Company Y Parameters</a:t>
            </a:r>
          </a:p>
        </p:txBody>
      </p:sp>
      <p:sp>
        <p:nvSpPr>
          <p:cNvPr id="20" name="Content Placeholder 19">
            <a:extLst>
              <a:ext uri="{FF2B5EF4-FFF2-40B4-BE49-F238E27FC236}">
                <a16:creationId xmlns:a16="http://schemas.microsoft.com/office/drawing/2014/main" id="{58717CB3-0A64-FE92-0CD1-06F109EA1E7A}"/>
              </a:ext>
            </a:extLst>
          </p:cNvPr>
          <p:cNvSpPr>
            <a:spLocks noGrp="1"/>
          </p:cNvSpPr>
          <p:nvPr>
            <p:ph sz="quarter" idx="4"/>
          </p:nvPr>
        </p:nvSpPr>
        <p:spPr/>
        <p:txBody>
          <a:bodyPr vert="horz" lIns="91440" tIns="45720" rIns="91440" bIns="45720" rtlCol="0" anchor="t">
            <a:normAutofit fontScale="85000" lnSpcReduction="20000"/>
          </a:bodyPr>
          <a:lstStyle/>
          <a:p>
            <a:pPr marL="0" indent="0">
              <a:buNone/>
            </a:pPr>
            <a:r>
              <a:rPr lang="en-US"/>
              <a:t>Change Factor: Internal</a:t>
            </a:r>
          </a:p>
          <a:p>
            <a:pPr marL="0" indent="0">
              <a:buNone/>
            </a:pPr>
            <a:r>
              <a:rPr lang="en-US"/>
              <a:t>Problem Type: Organization</a:t>
            </a:r>
          </a:p>
          <a:p>
            <a:pPr marL="0" indent="0">
              <a:buNone/>
            </a:pPr>
            <a:r>
              <a:rPr lang="en-US"/>
              <a:t>Company Size: Small</a:t>
            </a:r>
          </a:p>
          <a:p>
            <a:pPr marL="0" indent="0">
              <a:buNone/>
            </a:pPr>
            <a:r>
              <a:rPr lang="en-US"/>
              <a:t>Time Horizon: 1-3 Months</a:t>
            </a:r>
          </a:p>
          <a:p>
            <a:pPr marL="0" indent="0">
              <a:buNone/>
            </a:pPr>
            <a:r>
              <a:rPr lang="en-US"/>
              <a:t>Ease of Integration: Easy</a:t>
            </a:r>
          </a:p>
          <a:p>
            <a:pPr marL="0" indent="0">
              <a:buNone/>
            </a:pPr>
            <a:r>
              <a:rPr lang="en-US"/>
              <a:t>Market Dynamics: Stable</a:t>
            </a:r>
          </a:p>
          <a:p>
            <a:pPr marL="0" indent="0">
              <a:buNone/>
            </a:pPr>
            <a:r>
              <a:rPr lang="en-US"/>
              <a:t>Risk Tolerance: Low</a:t>
            </a:r>
          </a:p>
          <a:p>
            <a:pPr marL="0" indent="0">
              <a:buNone/>
            </a:pPr>
            <a:r>
              <a:rPr lang="en-US"/>
              <a:t>Organizational Structure: Flat</a:t>
            </a:r>
          </a:p>
          <a:p>
            <a:pPr marL="0" indent="0">
              <a:buNone/>
            </a:pPr>
            <a:r>
              <a:rPr lang="en-US"/>
              <a:t>Repeatability: Yes</a:t>
            </a:r>
          </a:p>
        </p:txBody>
      </p:sp>
      <p:sp>
        <p:nvSpPr>
          <p:cNvPr id="22" name="Content Placeholder 21">
            <a:extLst>
              <a:ext uri="{FF2B5EF4-FFF2-40B4-BE49-F238E27FC236}">
                <a16:creationId xmlns:a16="http://schemas.microsoft.com/office/drawing/2014/main" id="{D19952AD-3FAF-49AB-5B8A-15880DCE2188}"/>
              </a:ext>
            </a:extLst>
          </p:cNvPr>
          <p:cNvSpPr>
            <a:spLocks noGrp="1"/>
          </p:cNvSpPr>
          <p:nvPr>
            <p:ph sz="half" idx="2"/>
          </p:nvPr>
        </p:nvSpPr>
        <p:spPr/>
        <p:txBody>
          <a:bodyPr vert="horz" lIns="91440" tIns="45720" rIns="91440" bIns="45720" rtlCol="0" anchor="t">
            <a:normAutofit fontScale="85000" lnSpcReduction="20000"/>
          </a:bodyPr>
          <a:lstStyle/>
          <a:p>
            <a:pPr marL="0" indent="0">
              <a:buNone/>
            </a:pPr>
            <a:r>
              <a:rPr lang="en-US">
                <a:ea typeface="+mn-lt"/>
                <a:cs typeface="+mn-lt"/>
              </a:rPr>
              <a:t>Change Factor: External</a:t>
            </a:r>
          </a:p>
          <a:p>
            <a:pPr marL="0" indent="0">
              <a:buNone/>
            </a:pPr>
            <a:r>
              <a:rPr lang="en-US">
                <a:ea typeface="+mn-lt"/>
                <a:cs typeface="+mn-lt"/>
              </a:rPr>
              <a:t>Problem Type: Other</a:t>
            </a:r>
          </a:p>
          <a:p>
            <a:pPr marL="0" indent="0">
              <a:buNone/>
            </a:pPr>
            <a:r>
              <a:rPr lang="en-US">
                <a:ea typeface="+mn-lt"/>
                <a:cs typeface="+mn-lt"/>
              </a:rPr>
              <a:t>Company Size: Medium</a:t>
            </a:r>
          </a:p>
          <a:p>
            <a:pPr marL="0" indent="0">
              <a:buNone/>
            </a:pPr>
            <a:r>
              <a:rPr lang="en-US">
                <a:ea typeface="+mn-lt"/>
                <a:cs typeface="+mn-lt"/>
              </a:rPr>
              <a:t>Time Horizon: 1-3 Months</a:t>
            </a:r>
          </a:p>
          <a:p>
            <a:pPr marL="0" indent="0">
              <a:buNone/>
            </a:pPr>
            <a:r>
              <a:rPr lang="en-US">
                <a:ea typeface="+mn-lt"/>
                <a:cs typeface="+mn-lt"/>
              </a:rPr>
              <a:t>Ease of Integration: Easy</a:t>
            </a:r>
          </a:p>
          <a:p>
            <a:pPr marL="0" indent="0">
              <a:buNone/>
            </a:pPr>
            <a:r>
              <a:rPr lang="en-US">
                <a:ea typeface="+mn-lt"/>
                <a:cs typeface="+mn-lt"/>
              </a:rPr>
              <a:t>Market Dynamics: Volatile</a:t>
            </a:r>
          </a:p>
          <a:p>
            <a:pPr marL="0" indent="0">
              <a:buNone/>
            </a:pPr>
            <a:r>
              <a:rPr lang="en-US">
                <a:ea typeface="+mn-lt"/>
                <a:cs typeface="+mn-lt"/>
              </a:rPr>
              <a:t>Risk Tolerance: High</a:t>
            </a:r>
          </a:p>
          <a:p>
            <a:pPr marL="0" indent="0">
              <a:buNone/>
            </a:pPr>
            <a:r>
              <a:rPr lang="en-US">
                <a:ea typeface="+mn-lt"/>
                <a:cs typeface="+mn-lt"/>
              </a:rPr>
              <a:t>Organizational Structure: Other</a:t>
            </a:r>
          </a:p>
          <a:p>
            <a:pPr marL="0" indent="0">
              <a:buNone/>
            </a:pPr>
            <a:r>
              <a:rPr lang="en-US">
                <a:ea typeface="+mn-lt"/>
                <a:cs typeface="+mn-lt"/>
              </a:rPr>
              <a:t>Repeatability: Yes</a:t>
            </a:r>
            <a:endParaRPr lang="en-US"/>
          </a:p>
        </p:txBody>
      </p:sp>
      <p:sp>
        <p:nvSpPr>
          <p:cNvPr id="4" name="TextBox 3">
            <a:extLst>
              <a:ext uri="{FF2B5EF4-FFF2-40B4-BE49-F238E27FC236}">
                <a16:creationId xmlns:a16="http://schemas.microsoft.com/office/drawing/2014/main" id="{53FEA3EC-2211-E21A-F5DD-587507F14B36}"/>
              </a:ext>
            </a:extLst>
          </p:cNvPr>
          <p:cNvSpPr txBox="1"/>
          <p:nvPr/>
        </p:nvSpPr>
        <p:spPr>
          <a:xfrm>
            <a:off x="9331036" y="6040582"/>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3"/>
              </a:rPr>
              <a:t>Framework Finding Engine Demo.xlsx</a:t>
            </a:r>
            <a:endParaRPr lang="en-US"/>
          </a:p>
        </p:txBody>
      </p:sp>
    </p:spTree>
    <p:extLst>
      <p:ext uri="{BB962C8B-B14F-4D97-AF65-F5344CB8AC3E}">
        <p14:creationId xmlns:p14="http://schemas.microsoft.com/office/powerpoint/2010/main" val="1099749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58" name="Rectangle 1057">
            <a:extLst>
              <a:ext uri="{FF2B5EF4-FFF2-40B4-BE49-F238E27FC236}">
                <a16:creationId xmlns:a16="http://schemas.microsoft.com/office/drawing/2014/main" id="{5BE2A49E-0BD9-321C-F602-AFA2FCF9B2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60" name="Rectangle 1059">
            <a:extLst>
              <a:ext uri="{FF2B5EF4-FFF2-40B4-BE49-F238E27FC236}">
                <a16:creationId xmlns:a16="http://schemas.microsoft.com/office/drawing/2014/main" id="{2D0267C2-9A87-5888-0384-969AD93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2" name="Rectangle 1061">
            <a:extLst>
              <a:ext uri="{FF2B5EF4-FFF2-40B4-BE49-F238E27FC236}">
                <a16:creationId xmlns:a16="http://schemas.microsoft.com/office/drawing/2014/main" id="{E4AEFA6A-E623-CF1A-3DDF-C38D3A7E2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8570" y="930513"/>
            <a:ext cx="3740452" cy="4989589"/>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97B057-564A-187B-0A83-83292F1258E8}"/>
              </a:ext>
            </a:extLst>
          </p:cNvPr>
          <p:cNvSpPr>
            <a:spLocks noGrp="1"/>
          </p:cNvSpPr>
          <p:nvPr>
            <p:ph type="title"/>
          </p:nvPr>
        </p:nvSpPr>
        <p:spPr>
          <a:xfrm>
            <a:off x="1142034" y="1159132"/>
            <a:ext cx="3331121" cy="1407532"/>
          </a:xfrm>
        </p:spPr>
        <p:txBody>
          <a:bodyPr vert="horz" lIns="91440" tIns="45720" rIns="91440" bIns="45720" rtlCol="0" anchor="b">
            <a:noAutofit/>
          </a:bodyPr>
          <a:lstStyle/>
          <a:p>
            <a:r>
              <a:rPr lang="en-US" sz="3600" spc="530"/>
              <a:t>Phase 5: Next Steps</a:t>
            </a:r>
          </a:p>
        </p:txBody>
      </p:sp>
      <p:pic>
        <p:nvPicPr>
          <p:cNvPr id="1026" name="Picture 2" descr="Top 7 best AI-powered chatbot apps | DDI Development">
            <a:extLst>
              <a:ext uri="{FF2B5EF4-FFF2-40B4-BE49-F238E27FC236}">
                <a16:creationId xmlns:a16="http://schemas.microsoft.com/office/drawing/2014/main" id="{78CF77AB-3B0E-0F0B-5B1F-B84D57FCFB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495" r="6175" b="3"/>
          <a:stretch/>
        </p:blipFill>
        <p:spPr bwMode="auto">
          <a:xfrm>
            <a:off x="5297465" y="1365292"/>
            <a:ext cx="5594881" cy="412741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D6F562E-6F77-E5C3-3D21-3D691D14B085}"/>
              </a:ext>
            </a:extLst>
          </p:cNvPr>
          <p:cNvSpPr txBox="1"/>
          <p:nvPr/>
        </p:nvSpPr>
        <p:spPr>
          <a:xfrm>
            <a:off x="1142490" y="2646019"/>
            <a:ext cx="3323706" cy="310854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800"/>
              <a:t>Expanded Database of Frameworks</a:t>
            </a:r>
          </a:p>
          <a:p>
            <a:pPr marL="285750" indent="-285750">
              <a:buFont typeface="Arial" panose="020B0604020202020204" pitchFamily="34" charset="0"/>
              <a:buChar char="•"/>
            </a:pPr>
            <a:r>
              <a:rPr lang="en-US" sz="2800"/>
              <a:t>Excel linked to engine app</a:t>
            </a:r>
          </a:p>
          <a:p>
            <a:pPr marL="285750" indent="-285750">
              <a:buFont typeface="Arial" panose="020B0604020202020204" pitchFamily="34" charset="0"/>
              <a:buChar char="•"/>
            </a:pPr>
            <a:r>
              <a:rPr lang="en-US" sz="2800"/>
              <a:t>Integrated AI Chatbot</a:t>
            </a:r>
          </a:p>
        </p:txBody>
      </p:sp>
    </p:spTree>
    <p:extLst>
      <p:ext uri="{BB962C8B-B14F-4D97-AF65-F5344CB8AC3E}">
        <p14:creationId xmlns:p14="http://schemas.microsoft.com/office/powerpoint/2010/main" val="3937623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BE2A49E-0BD9-321C-F602-AFA2FCF9B2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A7E26772-EAFC-10BB-4659-99BF2A8A15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4AEFA6A-E623-CF1A-3DDF-C38D3A7E2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4243" y="914400"/>
            <a:ext cx="3051355" cy="4984124"/>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493C1F-5869-9C0C-B156-BC252228C8F7}"/>
              </a:ext>
            </a:extLst>
          </p:cNvPr>
          <p:cNvSpPr>
            <a:spLocks noGrp="1"/>
          </p:cNvSpPr>
          <p:nvPr>
            <p:ph type="title"/>
          </p:nvPr>
        </p:nvSpPr>
        <p:spPr>
          <a:xfrm>
            <a:off x="914401" y="1597225"/>
            <a:ext cx="4502426" cy="2388902"/>
          </a:xfrm>
        </p:spPr>
        <p:txBody>
          <a:bodyPr vert="horz" lIns="91440" tIns="45720" rIns="91440" bIns="45720" rtlCol="0" anchor="ctr">
            <a:normAutofit/>
          </a:bodyPr>
          <a:lstStyle/>
          <a:p>
            <a:r>
              <a:rPr lang="en-US" sz="3200" spc="530"/>
              <a:t>Conclusion / Q&amp;A</a:t>
            </a:r>
          </a:p>
        </p:txBody>
      </p:sp>
      <p:pic>
        <p:nvPicPr>
          <p:cNvPr id="6" name="Graphic 5" descr="Questions">
            <a:extLst>
              <a:ext uri="{FF2B5EF4-FFF2-40B4-BE49-F238E27FC236}">
                <a16:creationId xmlns:a16="http://schemas.microsoft.com/office/drawing/2014/main" id="{91AB4E5A-AFD2-1745-AFE1-685E6F0851C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93038" y="1919599"/>
            <a:ext cx="2973112" cy="2973112"/>
          </a:xfrm>
          <a:prstGeom prst="rect">
            <a:avLst/>
          </a:prstGeom>
        </p:spPr>
      </p:pic>
    </p:spTree>
    <p:extLst>
      <p:ext uri="{BB962C8B-B14F-4D97-AF65-F5344CB8AC3E}">
        <p14:creationId xmlns:p14="http://schemas.microsoft.com/office/powerpoint/2010/main" val="1696102439"/>
      </p:ext>
    </p:extLst>
  </p:cSld>
  <p:clrMapOvr>
    <a:masterClrMapping/>
  </p:clrMapOvr>
</p:sld>
</file>

<file path=ppt/theme/theme1.xml><?xml version="1.0" encoding="utf-8"?>
<a:theme xmlns:a="http://schemas.openxmlformats.org/drawingml/2006/main" name="LimelightVTI">
  <a:themeElements>
    <a:clrScheme name="AnalogousFromLightSeedRightStep">
      <a:dk1>
        <a:srgbClr val="000000"/>
      </a:dk1>
      <a:lt1>
        <a:srgbClr val="FFFFFF"/>
      </a:lt1>
      <a:dk2>
        <a:srgbClr val="243141"/>
      </a:dk2>
      <a:lt2>
        <a:srgbClr val="E2E3E8"/>
      </a:lt2>
      <a:accent1>
        <a:srgbClr val="AAA180"/>
      </a:accent1>
      <a:accent2>
        <a:srgbClr val="9CA671"/>
      </a:accent2>
      <a:accent3>
        <a:srgbClr val="8FA87F"/>
      </a:accent3>
      <a:accent4>
        <a:srgbClr val="76AD78"/>
      </a:accent4>
      <a:accent5>
        <a:srgbClr val="81AB94"/>
      </a:accent5>
      <a:accent6>
        <a:srgbClr val="74AAA2"/>
      </a:accent6>
      <a:hlink>
        <a:srgbClr val="6978AE"/>
      </a:hlink>
      <a:folHlink>
        <a:srgbClr val="7F7F7F"/>
      </a:folHlink>
    </a:clrScheme>
    <a:fontScheme name="Trade Gothic">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imelightVTI" id="{7936DCFD-B587-41FD-9126-64F2709ED40B}" vid="{74F41540-78F1-4C56-9EAA-6FA6E9F1D7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10</Slides>
  <Notes>7</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LimelightVTI</vt:lpstr>
      <vt:lpstr> Activera Consulting: The Art of Framework Finding</vt:lpstr>
      <vt:lpstr>Table of contents</vt:lpstr>
      <vt:lpstr>Project Overview</vt:lpstr>
      <vt:lpstr>Phase 1: Finding frameworks</vt:lpstr>
      <vt:lpstr>Phase 2: Creating PowerPoints</vt:lpstr>
      <vt:lpstr>Phase 3: Refining Classifications</vt:lpstr>
      <vt:lpstr>Phase 4: Classifying Frameworks</vt:lpstr>
      <vt:lpstr>DEMO Slide</vt:lpstr>
      <vt:lpstr>Phase 5: Next Steps</vt:lpstr>
      <vt:lpstr>Conclusion / 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Activera Consulting: The Art of Framework Finding</dc:title>
  <dc:creator/>
  <cp:revision>1</cp:revision>
  <dcterms:created xsi:type="dcterms:W3CDTF">2024-10-31T21:06:43Z</dcterms:created>
  <dcterms:modified xsi:type="dcterms:W3CDTF">2024-11-13T05:25:40Z</dcterms:modified>
</cp:coreProperties>
</file>